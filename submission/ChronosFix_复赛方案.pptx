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f5120fd0f24397" /><Relationship Type="http://schemas.openxmlformats.org/officeDocument/2006/relationships/extended-properties" Target="/docProps/app.xml" Id="R4b59e0a91a424daa" /><Relationship Type="http://schemas.openxmlformats.org/officeDocument/2006/relationships/officeDocument" Target="/ppt/presentation.xml" Id="R581b21f991e047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e710ba3470d448d"/>
  </p:sldMasterIdLst>
  <p:notesMasterIdLst>
    <p:notesMasterId xmlns:r="http://schemas.openxmlformats.org/officeDocument/2006/relationships" r:id="Re7df7b19534742d7"/>
  </p:notesMasterIdLst>
  <p:sldIdLst>
    <p:sldId xmlns:r="http://schemas.openxmlformats.org/officeDocument/2006/relationships" id="256" r:id="Reeef3e5b264d45ff"/>
    <p:sldId xmlns:r="http://schemas.openxmlformats.org/officeDocument/2006/relationships" id="257" r:id="R0b227c58540a41c7"/>
    <p:sldId xmlns:r="http://schemas.openxmlformats.org/officeDocument/2006/relationships" id="258" r:id="Rd0efaa8419074bb9"/>
    <p:sldId xmlns:r="http://schemas.openxmlformats.org/officeDocument/2006/relationships" id="259" r:id="R72e4a7890871465a"/>
    <p:sldId xmlns:r="http://schemas.openxmlformats.org/officeDocument/2006/relationships" id="260" r:id="R154070fa5eec4dbf"/>
    <p:sldId xmlns:r="http://schemas.openxmlformats.org/officeDocument/2006/relationships" id="261" r:id="R226198dfab6e4395"/>
    <p:sldId xmlns:r="http://schemas.openxmlformats.org/officeDocument/2006/relationships" id="262" r:id="R0f780b623dae46d8"/>
    <p:sldId xmlns:r="http://schemas.openxmlformats.org/officeDocument/2006/relationships" id="263" r:id="R44d983f4cf8545fb"/>
    <p:sldId xmlns:r="http://schemas.openxmlformats.org/officeDocument/2006/relationships" id="264" r:id="Rad0089d405894727"/>
    <p:sldId xmlns:r="http://schemas.openxmlformats.org/officeDocument/2006/relationships" id="265" r:id="R2d3dae6b163945e5"/>
    <p:sldId xmlns:r="http://schemas.openxmlformats.org/officeDocument/2006/relationships" id="266" r:id="Rc328eed3ff344f1b"/>
    <p:sldId xmlns:r="http://schemas.openxmlformats.org/officeDocument/2006/relationships" id="267" r:id="R009731e393394547"/>
    <p:sldId xmlns:r="http://schemas.openxmlformats.org/officeDocument/2006/relationships" id="268" r:id="Rabdf9c2fe90445e1"/>
    <p:sldId xmlns:r="http://schemas.openxmlformats.org/officeDocument/2006/relationships" id="269" r:id="R4af70ea7d5bb494e"/>
    <p:sldId xmlns:r="http://schemas.openxmlformats.org/officeDocument/2006/relationships" id="270" r:id="Reafb5ee19bfd40ad"/>
    <p:sldId xmlns:r="http://schemas.openxmlformats.org/officeDocument/2006/relationships" id="271" r:id="R36ae4cd9806a4ace"/>
    <p:sldId xmlns:r="http://schemas.openxmlformats.org/officeDocument/2006/relationships" id="272" r:id="R18a8f79efd6643c4"/>
    <p:sldId xmlns:r="http://schemas.openxmlformats.org/officeDocument/2006/relationships" id="273" r:id="R1248cb04ff764b95"/>
    <p:sldId xmlns:r="http://schemas.openxmlformats.org/officeDocument/2006/relationships" id="274" r:id="Rac7121dc1c5942c8"/>
    <p:sldId xmlns:r="http://schemas.openxmlformats.org/officeDocument/2006/relationships" id="275" r:id="R5e61efc6bfca4f6a"/>
    <p:sldId xmlns:r="http://schemas.openxmlformats.org/officeDocument/2006/relationships" id="276" r:id="Rf0aa689141834a81"/>
    <p:sldId xmlns:r="http://schemas.openxmlformats.org/officeDocument/2006/relationships" id="277" r:id="R144fff85043c484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ae900ce4134c29" /><Relationship Type="http://schemas.openxmlformats.org/officeDocument/2006/relationships/slideMaster" Target="/ppt/slideMasters/slideMaster1.xml" Id="R6e710ba3470d448d" /><Relationship Type="http://schemas.openxmlformats.org/officeDocument/2006/relationships/notesMaster" Target="/ppt/notesMasters/notesMaster1.xml" Id="Re7df7b19534742d7" /><Relationship Type="http://schemas.openxmlformats.org/officeDocument/2006/relationships/presProps" Target="/ppt/presProps.xml" Id="R33dd83fa32d54f65" /><Relationship Type="http://schemas.openxmlformats.org/officeDocument/2006/relationships/tableStyles" Target="/ppt/tableStyles.xml" Id="R241099f4965a4d76" /><Relationship Type="http://schemas.openxmlformats.org/officeDocument/2006/relationships/slide" Target="/ppt/slides/slide1.xml" Id="Reeef3e5b264d45ff" /><Relationship Type="http://schemas.openxmlformats.org/officeDocument/2006/relationships/slide" Target="/ppt/slides/slide2.xml" Id="R0b227c58540a41c7" /><Relationship Type="http://schemas.openxmlformats.org/officeDocument/2006/relationships/slide" Target="/ppt/slides/slide3.xml" Id="Rd0efaa8419074bb9" /><Relationship Type="http://schemas.openxmlformats.org/officeDocument/2006/relationships/slide" Target="/ppt/slides/slide4.xml" Id="R72e4a7890871465a" /><Relationship Type="http://schemas.openxmlformats.org/officeDocument/2006/relationships/slide" Target="/ppt/slides/slide5.xml" Id="R154070fa5eec4dbf" /><Relationship Type="http://schemas.openxmlformats.org/officeDocument/2006/relationships/slide" Target="/ppt/slides/slide6.xml" Id="R226198dfab6e4395" /><Relationship Type="http://schemas.openxmlformats.org/officeDocument/2006/relationships/slide" Target="/ppt/slides/slide7.xml" Id="R0f780b623dae46d8" /><Relationship Type="http://schemas.openxmlformats.org/officeDocument/2006/relationships/slide" Target="/ppt/slides/slide8.xml" Id="R44d983f4cf8545fb" /><Relationship Type="http://schemas.openxmlformats.org/officeDocument/2006/relationships/slide" Target="/ppt/slides/slide9.xml" Id="Rad0089d405894727" /><Relationship Type="http://schemas.openxmlformats.org/officeDocument/2006/relationships/slide" Target="/ppt/slides/slide10.xml" Id="R2d3dae6b163945e5" /><Relationship Type="http://schemas.openxmlformats.org/officeDocument/2006/relationships/slide" Target="/ppt/slides/slide11.xml" Id="Rc328eed3ff344f1b" /><Relationship Type="http://schemas.openxmlformats.org/officeDocument/2006/relationships/slide" Target="/ppt/slides/slide12.xml" Id="R009731e393394547" /><Relationship Type="http://schemas.openxmlformats.org/officeDocument/2006/relationships/slide" Target="/ppt/slides/slide13.xml" Id="Rabdf9c2fe90445e1" /><Relationship Type="http://schemas.openxmlformats.org/officeDocument/2006/relationships/slide" Target="/ppt/slides/slide14.xml" Id="R4af70ea7d5bb494e" /><Relationship Type="http://schemas.openxmlformats.org/officeDocument/2006/relationships/slide" Target="/ppt/slides/slide15.xml" Id="Reafb5ee19bfd40ad" /><Relationship Type="http://schemas.openxmlformats.org/officeDocument/2006/relationships/slide" Target="/ppt/slides/slide16.xml" Id="R36ae4cd9806a4ace" /><Relationship Type="http://schemas.openxmlformats.org/officeDocument/2006/relationships/slide" Target="/ppt/slides/slide17.xml" Id="R18a8f79efd6643c4" /><Relationship Type="http://schemas.openxmlformats.org/officeDocument/2006/relationships/slide" Target="/ppt/slides/slide18.xml" Id="R1248cb04ff764b95" /><Relationship Type="http://schemas.openxmlformats.org/officeDocument/2006/relationships/slide" Target="/ppt/slides/slide19.xml" Id="Rac7121dc1c5942c8" /><Relationship Type="http://schemas.openxmlformats.org/officeDocument/2006/relationships/slide" Target="/ppt/slides/slide20.xml" Id="R5e61efc6bfca4f6a" /><Relationship Type="http://schemas.openxmlformats.org/officeDocument/2006/relationships/slide" Target="/ppt/slides/slide21.xml" Id="Rf0aa689141834a81" /><Relationship Type="http://schemas.openxmlformats.org/officeDocument/2006/relationships/slide" Target="/ppt/slides/slide22.xml" Id="R144fff85043c484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bba343e126042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9d4f728fdf4e21" /><Relationship Type="http://schemas.openxmlformats.org/officeDocument/2006/relationships/notesMaster" Target="/ppt/notesMasters/notesMaster1.xml" Id="Rb2867d520bb24c6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b0982fdbf7245fb" /><Relationship Type="http://schemas.openxmlformats.org/officeDocument/2006/relationships/notesMaster" Target="/ppt/notesMasters/notesMaster1.xml" Id="Raf21d52789cd458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1cd0860589c4060" /><Relationship Type="http://schemas.openxmlformats.org/officeDocument/2006/relationships/notesMaster" Target="/ppt/notesMasters/notesMaster1.xml" Id="Rf80bc6bd79574a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6f3420ae344728" /><Relationship Type="http://schemas.openxmlformats.org/officeDocument/2006/relationships/notesMaster" Target="/ppt/notesMasters/notesMaster1.xml" Id="Rbbbb82c615e14b5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2b4963bab74718" /><Relationship Type="http://schemas.openxmlformats.org/officeDocument/2006/relationships/notesMaster" Target="/ppt/notesMasters/notesMaster1.xml" Id="R46da703ad0c84a2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3049f26842c4933" /><Relationship Type="http://schemas.openxmlformats.org/officeDocument/2006/relationships/notesMaster" Target="/ppt/notesMasters/notesMaster1.xml" Id="Rdffb782aef314c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fa84e5503f4f99" /><Relationship Type="http://schemas.openxmlformats.org/officeDocument/2006/relationships/notesMaster" Target="/ppt/notesMasters/notesMaster1.xml" Id="R35521ea56366488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aae5f190b6c425b" /><Relationship Type="http://schemas.openxmlformats.org/officeDocument/2006/relationships/notesMaster" Target="/ppt/notesMasters/notesMaster1.xml" Id="R60a4981cef1245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e5481e7e714e14" /><Relationship Type="http://schemas.openxmlformats.org/officeDocument/2006/relationships/notesMaster" Target="/ppt/notesMasters/notesMaster1.xml" Id="R05924196f12249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372eb256a8949fd" /><Relationship Type="http://schemas.openxmlformats.org/officeDocument/2006/relationships/notesMaster" Target="/ppt/notesMasters/notesMaster1.xml" Id="R526b5cb9e1a245d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5d539b7c25490c" /><Relationship Type="http://schemas.openxmlformats.org/officeDocument/2006/relationships/notesMaster" Target="/ppt/notesMasters/notesMaster1.xml" Id="Rd8178c5016ed404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fc95d090f1f4b34" /><Relationship Type="http://schemas.openxmlformats.org/officeDocument/2006/relationships/notesMaster" Target="/ppt/notesMasters/notesMaster1.xml" Id="Rf2ca8d8d21be442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dd0f135926e42ea" /><Relationship Type="http://schemas.openxmlformats.org/officeDocument/2006/relationships/notesMaster" Target="/ppt/notesMasters/notesMaster1.xml" Id="R2f977c28a87b48d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238c29521414845" /><Relationship Type="http://schemas.openxmlformats.org/officeDocument/2006/relationships/notesMaster" Target="/ppt/notesMasters/notesMaster1.xml" Id="Rcd815befd9144b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6bc16007e894f1b" /><Relationship Type="http://schemas.openxmlformats.org/officeDocument/2006/relationships/notesMaster" Target="/ppt/notesMasters/notesMaster1.xml" Id="R8d7c1f746fc14a0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b6ad88d5ef0425b" /><Relationship Type="http://schemas.openxmlformats.org/officeDocument/2006/relationships/notesMaster" Target="/ppt/notesMasters/notesMaster1.xml" Id="R4a33c6db459b4be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59eb06521a44c16" /><Relationship Type="http://schemas.openxmlformats.org/officeDocument/2006/relationships/notesMaster" Target="/ppt/notesMasters/notesMaster1.xml" Id="R83ab64e79aea4e9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4de2390ca714f17" /><Relationship Type="http://schemas.openxmlformats.org/officeDocument/2006/relationships/notesMaster" Target="/ppt/notesMasters/notesMaster1.xml" Id="R769211485e264c1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3d22acb1e5e4aed" /><Relationship Type="http://schemas.openxmlformats.org/officeDocument/2006/relationships/notesMaster" Target="/ppt/notesMasters/notesMaster1.xml" Id="R3e28f121f1ee40d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bcab25bf1664a07" /><Relationship Type="http://schemas.openxmlformats.org/officeDocument/2006/relationships/notesMaster" Target="/ppt/notesMasters/notesMaster1.xml" Id="R1d4be71de5bc487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489f91fc361459e" /><Relationship Type="http://schemas.openxmlformats.org/officeDocument/2006/relationships/notesMaster" Target="/ppt/notesMasters/notesMaster1.xml" Id="R4faedc3305764ad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ab2aaef849b4e30" /><Relationship Type="http://schemas.openxmlformats.org/officeDocument/2006/relationships/notesMaster" Target="/ppt/notesMasters/notesMaster1.xml" Id="Rf106b52ac6224b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8775ea9f994be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f3ad439717447f6" /><Relationship Type="http://schemas.openxmlformats.org/officeDocument/2006/relationships/slideLayout" Target="/ppt/slideLayouts/slideLayout1.xml" Id="Ref67304288e64d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67304288e64d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a0796092144de9" /><Relationship Type="http://schemas.openxmlformats.org/officeDocument/2006/relationships/notesSlide" Target="/ppt/notesSlides/notesSlide1.xml" Id="Rcf4808c269e247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b5e28c39804d7c" /><Relationship Type="http://schemas.openxmlformats.org/officeDocument/2006/relationships/notesSlide" Target="/ppt/notesSlides/notesSlide2.xml" Id="R285119052bb0411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375d39259e4f16" /><Relationship Type="http://schemas.openxmlformats.org/officeDocument/2006/relationships/notesSlide" Target="/ppt/notesSlides/notesSlide3.xml" Id="R02de4d2c6cf241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7004555a904022" /><Relationship Type="http://schemas.openxmlformats.org/officeDocument/2006/relationships/notesSlide" Target="/ppt/notesSlides/notesSlide4.xml" Id="Rbecd447b733c42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82e80f92a4595" /><Relationship Type="http://schemas.openxmlformats.org/officeDocument/2006/relationships/notesSlide" Target="/ppt/notesSlides/notesSlide5.xml" Id="R0d0d68204515463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469f7a0af4814" /><Relationship Type="http://schemas.openxmlformats.org/officeDocument/2006/relationships/notesSlide" Target="/ppt/notesSlides/notesSlide6.xml" Id="Ra9d062cf431444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7eed325fe458d" /><Relationship Type="http://schemas.openxmlformats.org/officeDocument/2006/relationships/notesSlide" Target="/ppt/notesSlides/notesSlide7.xml" Id="R9dbd9b32cc8244c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2759cdd01a47be" /><Relationship Type="http://schemas.openxmlformats.org/officeDocument/2006/relationships/notesSlide" Target="/ppt/notesSlides/notesSlide8.xml" Id="Rc6f19da8688b457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84a4c713934b07" /><Relationship Type="http://schemas.openxmlformats.org/officeDocument/2006/relationships/notesSlide" Target="/ppt/notesSlides/notesSlide9.xml" Id="R4e0b5be7806d44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05b51c1984acd" /><Relationship Type="http://schemas.openxmlformats.org/officeDocument/2006/relationships/notesSlide" Target="/ppt/notesSlides/notesSlide10.xml" Id="R3e6b888b934043f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1fc9035f74345" /><Relationship Type="http://schemas.openxmlformats.org/officeDocument/2006/relationships/notesSlide" Target="/ppt/notesSlides/notesSlide11.xml" Id="R4538176e386e4dc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d0a7389ad4b15" /><Relationship Type="http://schemas.openxmlformats.org/officeDocument/2006/relationships/notesSlide" Target="/ppt/notesSlides/notesSlide12.xml" Id="Rda7f309db8e8489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4ece0da98848e9" /><Relationship Type="http://schemas.openxmlformats.org/officeDocument/2006/relationships/notesSlide" Target="/ppt/notesSlides/notesSlide13.xml" Id="R1158a23f916a47d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430b9feb14da4" /><Relationship Type="http://schemas.openxmlformats.org/officeDocument/2006/relationships/notesSlide" Target="/ppt/notesSlides/notesSlide14.xml" Id="R2e72aeec14f140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42e85c19d24f82" /><Relationship Type="http://schemas.openxmlformats.org/officeDocument/2006/relationships/notesSlide" Target="/ppt/notesSlides/notesSlide15.xml" Id="R2894a4f777484a7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d214b709194ab1" /><Relationship Type="http://schemas.openxmlformats.org/officeDocument/2006/relationships/notesSlide" Target="/ppt/notesSlides/notesSlide16.xml" Id="Rde36aeda4c87468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4eaf9203c40ea" /><Relationship Type="http://schemas.openxmlformats.org/officeDocument/2006/relationships/notesSlide" Target="/ppt/notesSlides/notesSlide17.xml" Id="R8a7c00a0a3ad451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88e009224644bf" /><Relationship Type="http://schemas.openxmlformats.org/officeDocument/2006/relationships/notesSlide" Target="/ppt/notesSlides/notesSlide18.xml" Id="R9a70ae0acae3495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f8711a8b99481e" /><Relationship Type="http://schemas.openxmlformats.org/officeDocument/2006/relationships/notesSlide" Target="/ppt/notesSlides/notesSlide19.xml" Id="R911aec2b003647c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33ef7f638546e9" /><Relationship Type="http://schemas.openxmlformats.org/officeDocument/2006/relationships/notesSlide" Target="/ppt/notesSlides/notesSlide20.xml" Id="R6ecd9ddeca6c4c8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26b76c896e4067" /><Relationship Type="http://schemas.openxmlformats.org/officeDocument/2006/relationships/notesSlide" Target="/ppt/notesSlides/notesSlide21.xml" Id="R3e79905fc7564d8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c53f6cc5274f48" /><Relationship Type="http://schemas.openxmlformats.org/officeDocument/2006/relationships/notesSlide" Target="/ppt/notesSlides/notesSlide22.xml" Id="Rd8fe3aed2dd8460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A-CFX：软件故障时间机器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让每次变更都携带可验证证据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把“会修复”升级为“可验证、可协同、可发布”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初赛：固定演示链路；复赛新增：Manager 按证据自由组合 Agent/Skill、增量因果重算、动态协同、异常注入与 66 项验收。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 </a:t>
            </a:r>
            <a:r>
              <a:rPr sz="1200" b="0">
                <a:solidFill>
                  <a:srgbClr val="101828"/>
                </a:solidFill>
              </a:rPr>
              <a:t>ChronosFix</a:t>
            </a:r>
            <a:r>
              <a:rPr sz="1200" b="0">
                <a:solidFill>
                  <a:srgbClr val="101828"/>
                </a:solidFill>
              </a:rPr>
              <a:t>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软件故障时间机器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DynamicScheduler 驱动 8 个 Worker；新证据触发增量因果重算，失败重派与人工恢复均可现场回放。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动态协同：无法区分就拒答，证据不全就阻断发布。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复赛新增 · 红字对比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66 项测试；9/9 支持范围诊断正确；1/1 冲突安全拒答；Agent Manager 会按证据自由组合 Agent/Skill。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66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selected: pool_size 8→24；rollback: 24→8；8 个强制变体验证。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 Span、8 个动态任务、增量失效与复用事件；均关联同一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v1beta1：资源声明与动态任务图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 Manager、8 Worker、1 Team、1 Human；Controller / Matrix 尚未执行。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角色靠状态契约协同，任务会随证据变化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Worker 只写负责分区；Commander 做路由、裁决与升级；新证据触发增量因果重算，只失效受影响 DAG 节点。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revision
任务图 / 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state revision
attempt / reassign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timeout→reassign / duplicate→dedup
stale approval→pause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能力覆盖证据、因果、验证、协同与资产复用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每项能力有契约、权限边界、运行时发现、验证方式和版本演进。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GetIndex / GetLogsV2
窗口≤24h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scenario、patch、rollback、approval、coordination 与 16 个输出文件由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区分 measured / derived；协调事件含 revision、attempt、dedup 和 pause/resume。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当前主证据 run_id：run-a9200f31…；trace_id：df6e0a144…；coordination.json 可复核。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输出动态 transcript、任务事件与同源证据。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scenario.schema.json + v1beta1 校验；Python 3.10–3.12 跑 36 项测试。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当前状态：本地动态控制面已实测；Controller / Matrix、真实 SLS 与 canary 仍待外部环境。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ChronosFix：软件故障时间机器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根因可证明｜补丁可验证｜发布可审计｜事故可复用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A-CFX：让每次软件变更都携带证据，让每次事故都沉淀为质量资产。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2026-09-01T11:01:51.4890000Z</dcterms:created>
  <dcterms:modified xsi:type="dcterms:W3CDTF">2026-09-01T11:01:51.4890000Z</dcterms:modified>
</coreProperties>
</file>