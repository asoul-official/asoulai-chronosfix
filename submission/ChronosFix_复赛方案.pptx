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最新版《赛道一：新智基座丨Agent Infra》参赛指南：复赛目标、必交材料、Agent/Skill/MCP/RAG/可观测与评分标准。
AsoulAI ChronosFix 仓库 README、docs、src、tests、evidence 与 repair-cockpit。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最新版《赛道一：新智基座丨Agent Infra》参赛指南：复赛目标、必交材料、Agent/Skill/MCP/RAG/可观测与评分标准。
AsoulAI ChronosFix 仓库 README、docs、src、tests、evidence 与 repair-cockpit。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最新版《赛道一：新智基座丨Agent Infra》参赛指南：复赛目标、必交材料、Agent/Skill/MCP/RAG/可观测与评分标准。
AsoulAI ChronosFix 仓库 README、docs、src、tests、evidence 与 repair-cockpit。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最新版《赛道一：新智基座丨Agent Infra》参赛指南：复赛目标、必交材料、Agent/Skill/MCP/RAG/可观测与评分标准。
AsoulAI ChronosFix 仓库 README、docs、src、tests、evidence 与 repair-cockpit。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最新版《赛道一：新智基座丨Agent Infra》参赛指南：复赛目标、必交材料、Agent/Skill/MCP/RAG/可观测与评分标准。
官方链接：hiclaw.io、skills.aliyun.com、nacos.io、higress.io、openpolardb.com、UnifiedModel、RocketMQ、LoongSuite、AgentScope Studio、AgentLoop。
AsoulAI ChronosFix 仓库 README、docs、src、tests、evidence 与 repair-cockpit。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最新版《赛道一：新智基座丨Agent Infra》参赛指南：复赛目标、必交材料、Agent/Skill/MCP/RAG/可观测与评分标准。
AsoulAI ChronosFix 仓库 README、docs、src、tests、evidence 与 repair-cockpit。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最新版《赛道一：新智基座丨Agent Infra》参赛指南：复赛目标、必交材料、Agent/Skill/MCP/RAG/可观测与评分标准。
AsoulAI ChronosFix 仓库 README、docs、src、tests、evidence 与 repair-cockpit。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最新版《赛道一：新智基座丨Agent Infra》参赛指南：复赛目标、必交材料、Agent/Skill/MCP/RAG/可观测与评分标准。
AsoulAI ChronosFix 仓库 README、docs、src、tests、evidence 与 repair-cockpit。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最新版《赛道一：新智基座丨Agent Infra》参赛指南：复赛目标、必交材料、Agent/Skill/MCP/RAG/可观测与评分标准。
AsoulAI ChronosFix 仓库 README、docs、src、tests、evidence 与 repair-cockpit。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最新版《赛道一：新智基座丨Agent Infra》参赛指南：复赛目标、必交材料、Agent/Skill/MCP/RAG/可观测与评分标准。
AsoulAI ChronosFix 仓库 README、docs、src、tests、evidence 与 repair-cockpit。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最新版《赛道一：新智基座丨Agent Infra》参赛指南：复赛目标、必交材料、Agent/Skill/MCP/RAG/可观测与评分标准。
AsoulAI ChronosFix 仓库 README、docs、src、tests、evidence 与 repair-cockpit。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最新版《赛道一：新智基座丨Agent Infra》参赛指南：复赛目标、必交材料、Agent/Skill/MCP/RAG/可观测与评分标准。
官方链接：hiclaw.io、skills.aliyun.com、nacos.io、higress.io、openpolardb.com、UnifiedModel、RocketMQ、LoongSuite、AgentScope Studio、AgentLoop。
AsoulAI ChronosFix 仓库 README、docs、src、tests、evidence 与 repair-cockpit。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最新版《赛道一：新智基座丨Agent Infra》参赛指南：复赛目标、必交材料、Agent/Skill/MCP/RAG/可观测与评分标准。
官方链接：hiclaw.io、skills.aliyun.com、nacos.io、higress.io、openpolardb.com、UnifiedModel、RocketMQ、LoongSuite、AgentScope Studio、AgentLoop。
AsoulAI ChronosFix 仓库 README、docs、src、tests、evidence 与 repair-cockpit。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最新版《赛道一：新智基座丨Agent Infra》参赛指南：复赛目标、必交材料、Agent/Skill/MCP/RAG/可观测与评分标准。
官方链接：hiclaw.io、skills.aliyun.com、nacos.io、higress.io、openpolardb.com、UnifiedModel、RocketMQ、LoongSuite、AgentScope Studio、AgentLoop。
AsoulAI ChronosFix 仓库 README、docs、src、tests、evidence 与 repair-cockpit。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最新版《赛道一：新智基座丨Agent Infra》参赛指南：复赛目标、必交材料、Agent/Skill/MCP/RAG/可观测与评分标准。
官方链接：hiclaw.io、skills.aliyun.com、nacos.io、higress.io、openpolardb.com、UnifiedModel、RocketMQ、LoongSuite、AgentScope Studio、AgentLoop。
AsoulAI ChronosFix 仓库 README、docs、src、tests、evidence 与 repair-cockpit。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最新版《赛道一：新智基座丨Agent Infra》参赛指南：复赛目标、必交材料、Agent/Skill/MCP/RAG/可观测与评分标准。
AsoulAI ChronosFix 仓库 README、docs、src、tests、evidence 与 repair-cockpit。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最新版《赛道一：新智基座丨Agent Infra》参赛指南：复赛目标、必交材料、Agent/Skill/MCP/RAG/可观测与评分标准。
AsoulAI ChronosFix 仓库 README、docs、src、tests、evidence 与 repair-cockpit。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最新版《赛道一：新智基座丨Agent Infra》参赛指南：复赛目标、必交材料、Agent/Skill/MCP/RAG/可观测与评分标准。
AsoulAI ChronosFix 仓库 README、docs、src、tests、evidence 与 repair-cockpit。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最新版《赛道一：新智基座丨Agent Infra》参赛指南：复赛目标、必交材料、Agent/Skill/MCP/RAG/可观测与评分标准。
AsoulAI ChronosFix 仓库 README、docs、src、tests、evidence 与 repair-cockpit。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-731520"/>
            <a:ext cx="4572000" cy="4572000"/>
          </a:xfrm>
          <a:prstGeom prst="arc">
            <a:avLst/>
          </a:prstGeom>
          <a:noFill/>
          <a:ln w="12700">
            <a:solidFill>
              <a:srgbClr val="22D3EE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554480" y="4480560"/>
            <a:ext cx="3657600" cy="3657600"/>
          </a:xfrm>
          <a:prstGeom prst="arc">
            <a:avLst/>
          </a:prstGeom>
          <a:noFill/>
          <a:ln w="12700">
            <a:solidFill>
              <a:srgbClr val="A78BFA">
                <a:alpha val="1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658368"/>
            <a:ext cx="557784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2D3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AsoulAI · GOAI 新智基座复赛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13232" y="1417320"/>
            <a:ext cx="882396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AsoulAI ChronosFix（A-CFX）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731520" y="2176272"/>
            <a:ext cx="90525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5EE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带证明的软件变更基础设施：把事故转成可审批 PR 与质量资产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49808" y="2788920"/>
            <a:ext cx="694944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方向三：软件研发全流程协同 · Demo 实现与工程验证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49808" y="3611880"/>
            <a:ext cx="1234440" cy="301752"/>
          </a:xfrm>
          <a:prstGeom prst="rect">
            <a:avLst/>
          </a:prstGeom>
          <a:solidFill>
            <a:srgbClr val="162033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3666744"/>
            <a:ext cx="1234440" cy="1645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2D3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AgentTeams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121408" y="3611880"/>
            <a:ext cx="1078992" cy="301752"/>
          </a:xfrm>
          <a:prstGeom prst="rect">
            <a:avLst/>
          </a:prstGeom>
          <a:solidFill>
            <a:srgbClr val="162033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21408" y="3666744"/>
            <a:ext cx="1078992" cy="1645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 Skills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337560" y="3611880"/>
            <a:ext cx="1417320" cy="301752"/>
          </a:xfrm>
          <a:prstGeom prst="rect">
            <a:avLst/>
          </a:prstGeom>
          <a:solidFill>
            <a:srgbClr val="162033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37560" y="3666744"/>
            <a:ext cx="1417320" cy="1645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0A5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Trace / Metrics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901184" y="3611880"/>
            <a:ext cx="1051560" cy="301752"/>
          </a:xfrm>
          <a:prstGeom prst="rect">
            <a:avLst/>
          </a:prstGeom>
          <a:solidFill>
            <a:srgbClr val="162033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01184" y="3666744"/>
            <a:ext cx="1051560" cy="1645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B9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RiskGate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8001000" y="3200400"/>
            <a:ext cx="2999232" cy="141732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01000" y="3200400"/>
            <a:ext cx="50292" cy="141732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65592" y="3355848"/>
            <a:ext cx="2670048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复赛提交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165592" y="3721608"/>
            <a:ext cx="2670048" cy="8046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可运行代码包、在线 Demo、工程证据、复赛 PPT/PDF 与开放计划全部升级。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1201400" y="6345936"/>
            <a:ext cx="438912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-731520"/>
            <a:ext cx="4572000" cy="4572000"/>
          </a:xfrm>
          <a:prstGeom prst="arc">
            <a:avLst/>
          </a:prstGeom>
          <a:noFill/>
          <a:ln w="12700">
            <a:solidFill>
              <a:srgbClr val="22D3EE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554480" y="4480560"/>
            <a:ext cx="3657600" cy="3657600"/>
          </a:xfrm>
          <a:prstGeom prst="arc">
            <a:avLst/>
          </a:prstGeom>
          <a:noFill/>
          <a:ln w="12700">
            <a:solidFill>
              <a:srgbClr val="A78BFA">
                <a:alpha val="1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347472"/>
            <a:ext cx="56692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2D3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· 底层逻辑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366760" y="347472"/>
            <a:ext cx="310896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AsoulAI ChronosFix · A-CFX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76656" y="658368"/>
            <a:ext cx="1001268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A-CFX 不是自动修 Bug，而是带证明的软件变更基础设施</a:t>
            </a:r>
            <a:endParaRPr lang="en-US" sz="2450" dirty="0"/>
          </a:p>
        </p:txBody>
      </p:sp>
      <p:sp>
        <p:nvSpPr>
          <p:cNvPr id="8" name="Text 6"/>
          <p:cNvSpPr/>
          <p:nvPr/>
        </p:nvSpPr>
        <p:spPr>
          <a:xfrm>
            <a:off x="694944" y="1316736"/>
            <a:ext cx="9326880" cy="3474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复赛评审重点是 Demo 可运行性、工程实现、评测结果和开源规范。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49808" y="1938528"/>
            <a:ext cx="3063240" cy="169164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9808" y="1938528"/>
            <a:ext cx="50292" cy="16916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093976"/>
            <a:ext cx="273405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可证明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459736"/>
            <a:ext cx="2734056" cy="10789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用反事实实验把“时间相关”变成“因果成立”，让根因结论可回放。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462272" y="1938528"/>
            <a:ext cx="3063240" cy="169164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62272" y="1938528"/>
            <a:ext cx="50292" cy="169164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26864" y="2093976"/>
            <a:ext cx="273405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可审批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626864" y="2459736"/>
            <a:ext cx="2734056" cy="10789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补丁进入 GitHub PR 草案前携带 checks、RiskGate 状态、证据护照和回滚声明。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174736" y="1938528"/>
            <a:ext cx="3063240" cy="169164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74736" y="1938528"/>
            <a:ext cx="50292" cy="169164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39328" y="2093976"/>
            <a:ext cx="273405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可沉淀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339328" y="2459736"/>
            <a:ext cx="2734056" cy="10789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事故结束后沉淀为故障基因包、证据模板和可评测 Skill，形成质量资产飞轮。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68680" y="4407408"/>
            <a:ext cx="10424160" cy="6217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事故证据 → 反事实证明根因 → 缺陷基因验证补丁 → RiskGate 审批</a:t>
            </a:r>
            <a:endParaRPr lang="en-US" sz="1550" dirty="0"/>
          </a:p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 PR / 证据护照 → Skill / 故障资产沉淀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11201400" y="6345936"/>
            <a:ext cx="438912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-731520"/>
            <a:ext cx="4572000" cy="4572000"/>
          </a:xfrm>
          <a:prstGeom prst="arc">
            <a:avLst/>
          </a:prstGeom>
          <a:noFill/>
          <a:ln w="12700">
            <a:solidFill>
              <a:srgbClr val="22D3EE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554480" y="4480560"/>
            <a:ext cx="3657600" cy="3657600"/>
          </a:xfrm>
          <a:prstGeom prst="arc">
            <a:avLst/>
          </a:prstGeom>
          <a:noFill/>
          <a:ln w="12700">
            <a:solidFill>
              <a:srgbClr val="A78BFA">
                <a:alpha val="1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347472"/>
            <a:ext cx="56692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2D3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· 场景闭环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366760" y="347472"/>
            <a:ext cx="310896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AsoulAI ChronosFix · A-CFX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76656" y="658368"/>
            <a:ext cx="1001268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一个订单故障，被转化为带证明的软件变更链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94944" y="1316736"/>
            <a:ext cx="9326880" cy="3474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目标不是自动猜测，而是先证明根因，再交付可审查、可回滚、可复用的 PR。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03504" y="2212848"/>
            <a:ext cx="1481328" cy="1481328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3504" y="2212848"/>
            <a:ext cx="50292" cy="14813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68096" y="2368296"/>
            <a:ext cx="1152144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事故证据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68096" y="2734056"/>
            <a:ext cx="1152144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Issue、Git、依赖、配置、流量、告警</a:t>
            </a:r>
            <a:endParaRPr lang="en-US" sz="880" dirty="0"/>
          </a:p>
        </p:txBody>
      </p:sp>
      <p:sp>
        <p:nvSpPr>
          <p:cNvPr id="13" name="Text 11"/>
          <p:cNvSpPr/>
          <p:nvPr/>
        </p:nvSpPr>
        <p:spPr>
          <a:xfrm>
            <a:off x="2121408" y="2670048"/>
            <a:ext cx="256032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2414016" y="2212848"/>
            <a:ext cx="1481328" cy="1481328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414016" y="2212848"/>
            <a:ext cx="50292" cy="1481328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578608" y="2368296"/>
            <a:ext cx="1152144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反事实证明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578608" y="2734056"/>
            <a:ext cx="1152144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撤销可疑变更，重放事故证明根因</a:t>
            </a:r>
            <a:endParaRPr lang="en-US" sz="880" dirty="0"/>
          </a:p>
        </p:txBody>
      </p:sp>
      <p:sp>
        <p:nvSpPr>
          <p:cNvPr id="18" name="Text 16"/>
          <p:cNvSpPr/>
          <p:nvPr/>
        </p:nvSpPr>
        <p:spPr>
          <a:xfrm>
            <a:off x="3931920" y="2670048"/>
            <a:ext cx="256032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4224528" y="2212848"/>
            <a:ext cx="1481328" cy="1481328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24528" y="2212848"/>
            <a:ext cx="50292" cy="148132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89120" y="2368296"/>
            <a:ext cx="1152144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缺陷基因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389120" y="2734056"/>
            <a:ext cx="1152144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一组同源变体验证补丁鲁棒性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5742432" y="2670048"/>
            <a:ext cx="256032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6035040" y="2212848"/>
            <a:ext cx="1481328" cy="1481328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35040" y="2212848"/>
            <a:ext cx="50292" cy="1481328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99632" y="2368296"/>
            <a:ext cx="1152144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RiskGate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199632" y="2734056"/>
            <a:ext cx="1152144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中高风险动作必须审批与回滚</a:t>
            </a:r>
            <a:endParaRPr lang="en-US" sz="880" dirty="0"/>
          </a:p>
        </p:txBody>
      </p:sp>
      <p:sp>
        <p:nvSpPr>
          <p:cNvPr id="28" name="Text 26"/>
          <p:cNvSpPr/>
          <p:nvPr/>
        </p:nvSpPr>
        <p:spPr>
          <a:xfrm>
            <a:off x="7552944" y="2670048"/>
            <a:ext cx="256032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7845552" y="2212848"/>
            <a:ext cx="1481328" cy="1481328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845552" y="2212848"/>
            <a:ext cx="50292" cy="14813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010144" y="2368296"/>
            <a:ext cx="1152144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 证据护照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010144" y="2734056"/>
            <a:ext cx="1152144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diff、checks、因果、验证、风险声明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9363456" y="2670048"/>
            <a:ext cx="256032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700" dirty="0"/>
          </a:p>
        </p:txBody>
      </p:sp>
      <p:sp>
        <p:nvSpPr>
          <p:cNvPr id="34" name="Shape 32"/>
          <p:cNvSpPr/>
          <p:nvPr/>
        </p:nvSpPr>
        <p:spPr>
          <a:xfrm>
            <a:off x="9656064" y="2212848"/>
            <a:ext cx="1481328" cy="1481328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656064" y="2212848"/>
            <a:ext cx="50292" cy="14813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820656" y="2368296"/>
            <a:ext cx="1152144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资产沉淀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820656" y="2734056"/>
            <a:ext cx="1152144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故障基因包、证据模板、可复用 Skill</a:t>
            </a:r>
            <a:endParaRPr lang="en-US" sz="880" dirty="0"/>
          </a:p>
        </p:txBody>
      </p:sp>
      <p:sp>
        <p:nvSpPr>
          <p:cNvPr id="38" name="Shape 36"/>
          <p:cNvSpPr/>
          <p:nvPr/>
        </p:nvSpPr>
        <p:spPr>
          <a:xfrm>
            <a:off x="960120" y="4315968"/>
            <a:ext cx="2468880" cy="987552"/>
          </a:xfrm>
          <a:prstGeom prst="rect">
            <a:avLst/>
          </a:prstGeom>
          <a:solidFill>
            <a:srgbClr val="16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97280" y="4462272"/>
            <a:ext cx="2194560" cy="32918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2D3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6环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1097280" y="4837176"/>
            <a:ext cx="219456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证明链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1097280" y="5084064"/>
            <a:ext cx="2194560" cy="1645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Evidence → Skill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3822192" y="4315968"/>
            <a:ext cx="2468880" cy="987552"/>
          </a:xfrm>
          <a:prstGeom prst="rect">
            <a:avLst/>
          </a:prstGeom>
          <a:solidFill>
            <a:srgbClr val="16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959352" y="4462272"/>
            <a:ext cx="2194560" cy="32918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7层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3959352" y="4837176"/>
            <a:ext cx="219456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Infra 映射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3959352" y="5084064"/>
            <a:ext cx="2194560" cy="1645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AgentTeams + 官方基座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6684264" y="4315968"/>
            <a:ext cx="2468880" cy="987552"/>
          </a:xfrm>
          <a:prstGeom prst="rect">
            <a:avLst/>
          </a:prstGeom>
          <a:solidFill>
            <a:srgbClr val="16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821424" y="4462272"/>
            <a:ext cx="2194560" cy="32918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60A5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16段</a:t>
            </a:r>
            <a:endParaRPr lang="en-US" sz="2200" dirty="0"/>
          </a:p>
        </p:txBody>
      </p:sp>
      <p:sp>
        <p:nvSpPr>
          <p:cNvPr id="48" name="Text 46"/>
          <p:cNvSpPr/>
          <p:nvPr/>
        </p:nvSpPr>
        <p:spPr>
          <a:xfrm>
            <a:off x="6821424" y="4837176"/>
            <a:ext cx="219456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Trace Span</a:t>
            </a:r>
            <a:endParaRPr lang="en-US" sz="1150" dirty="0"/>
          </a:p>
        </p:txBody>
      </p:sp>
      <p:sp>
        <p:nvSpPr>
          <p:cNvPr id="49" name="Text 47"/>
          <p:cNvSpPr/>
          <p:nvPr/>
        </p:nvSpPr>
        <p:spPr>
          <a:xfrm>
            <a:off x="6821424" y="5084064"/>
            <a:ext cx="2194560" cy="1645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 / checks included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11201400" y="6345936"/>
            <a:ext cx="438912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-731520"/>
            <a:ext cx="4572000" cy="4572000"/>
          </a:xfrm>
          <a:prstGeom prst="arc">
            <a:avLst/>
          </a:prstGeom>
          <a:noFill/>
          <a:ln w="12700">
            <a:solidFill>
              <a:srgbClr val="22D3EE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554480" y="4480560"/>
            <a:ext cx="3657600" cy="3657600"/>
          </a:xfrm>
          <a:prstGeom prst="arc">
            <a:avLst/>
          </a:prstGeom>
          <a:noFill/>
          <a:ln w="12700">
            <a:solidFill>
              <a:srgbClr val="A78BFA">
                <a:alpha val="1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347472"/>
            <a:ext cx="56692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2D3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· 完整场景链路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366760" y="347472"/>
            <a:ext cx="310896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AsoulAI ChronosFix · A-CFX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76656" y="658368"/>
            <a:ext cx="1001268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从故障输入到 GitHub PR 证据护照的端到端闭环</a:t>
            </a:r>
            <a:endParaRPr lang="en-US" sz="2450" dirty="0"/>
          </a:p>
        </p:txBody>
      </p:sp>
      <p:sp>
        <p:nvSpPr>
          <p:cNvPr id="8" name="Text 6"/>
          <p:cNvSpPr/>
          <p:nvPr/>
        </p:nvSpPr>
        <p:spPr>
          <a:xfrm>
            <a:off x="694944" y="1316736"/>
            <a:ext cx="9326880" cy="3474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每一步都有 Agent、Skill、状态、证据和失败分支。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1828800"/>
            <a:ext cx="2286000" cy="329184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828800"/>
            <a:ext cx="50292" cy="32918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1984248"/>
            <a:ext cx="195681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96112" y="2350008"/>
            <a:ext cx="1956816" cy="2679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INC-2026-0816-001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订单创建 5xx / P99 升高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Trace span + config diff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synthetic checkout dataset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246120" y="1828800"/>
            <a:ext cx="2286000" cy="329184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46120" y="1828800"/>
            <a:ext cx="50292" cy="329184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10712" y="1984248"/>
            <a:ext cx="195681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协同执行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410712" y="2350008"/>
            <a:ext cx="1956816" cy="2679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Incident Analyst 建模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Causal Lab 做反事实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Patch Strategist 生成候选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RiskGate 审批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760720" y="1828800"/>
            <a:ext cx="2286000" cy="329184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760720" y="1828800"/>
            <a:ext cx="50292" cy="329184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25312" y="1984248"/>
            <a:ext cx="195681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工程验证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925312" y="2350008"/>
            <a:ext cx="1956816" cy="2679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单测 / 回归测试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缺陷基因变体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Trace / run-log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Metrics / eval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275320" y="1828800"/>
            <a:ext cx="2743200" cy="329184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75320" y="1828800"/>
            <a:ext cx="50292" cy="329184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39912" y="1984248"/>
            <a:ext cx="241401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439912" y="2350008"/>
            <a:ext cx="2414016" cy="2679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proof-report.md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github-pr.md / checks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agentteams-run.json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rollback + audit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1201400" y="6345936"/>
            <a:ext cx="438912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-731520"/>
            <a:ext cx="4572000" cy="4572000"/>
          </a:xfrm>
          <a:prstGeom prst="arc">
            <a:avLst/>
          </a:prstGeom>
          <a:noFill/>
          <a:ln w="12700">
            <a:solidFill>
              <a:srgbClr val="22D3EE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554480" y="4480560"/>
            <a:ext cx="3657600" cy="3657600"/>
          </a:xfrm>
          <a:prstGeom prst="arc">
            <a:avLst/>
          </a:prstGeom>
          <a:noFill/>
          <a:ln w="12700">
            <a:solidFill>
              <a:srgbClr val="A78BFA">
                <a:alpha val="1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347472"/>
            <a:ext cx="56692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2D3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· AgentTeams 映射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366760" y="347472"/>
            <a:ext cx="310896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AsoulAI ChronosFix · A-CFX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76656" y="658368"/>
            <a:ext cx="1001268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 AgentTeams/Hiclaw 作为多 Agent 协同设计基点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694944" y="1316736"/>
            <a:ext cx="9326880" cy="3474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角色编排、任务拆解、上下文传递、协同执行、状态追踪五项逐一落地。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49808" y="1664208"/>
            <a:ext cx="10469880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9808" y="1664208"/>
            <a:ext cx="50292" cy="5669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764792"/>
            <a:ext cx="10140696" cy="2377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角色编排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914400" y="2039112"/>
            <a:ext cx="10140696" cy="14630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agentteams/chronosfix-team.yaml 定义 Manager、Human 与 7 个 Worker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49808" y="2414016"/>
            <a:ext cx="10469880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49808" y="2414016"/>
            <a:ext cx="50292" cy="56692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514600"/>
            <a:ext cx="10140696" cy="2377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任务拆解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914400" y="2788920"/>
            <a:ext cx="10140696" cy="14630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事故证据 → 反事实根因 → 缺陷基因 → RiskGate → PR 证据护照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49808" y="3163824"/>
            <a:ext cx="10469880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9808" y="3163824"/>
            <a:ext cx="50292" cy="566928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264408"/>
            <a:ext cx="10140696" cy="2377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上下文传递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914400" y="3538728"/>
            <a:ext cx="10140696" cy="14630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IncidentState 统一携带输入、假设、实验、补丁、风险、证据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49808" y="3913632"/>
            <a:ext cx="10469880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9808" y="3913632"/>
            <a:ext cx="50292" cy="566928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14216"/>
            <a:ext cx="10140696" cy="2377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协同执行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914400" y="4288536"/>
            <a:ext cx="10140696" cy="14630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run_chronosfix_team.py 生成 AgentTeams 风格转录与状态流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49808" y="4663440"/>
            <a:ext cx="10469880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9808" y="4663440"/>
            <a:ext cx="50292" cy="5669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4764024"/>
            <a:ext cx="10140696" cy="2377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状态追踪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14400" y="5038344"/>
            <a:ext cx="10140696" cy="14630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trace_id、span、metrics、run-log、approval state 可回放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11201400" y="6345936"/>
            <a:ext cx="438912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-731520"/>
            <a:ext cx="4572000" cy="4572000"/>
          </a:xfrm>
          <a:prstGeom prst="arc">
            <a:avLst/>
          </a:prstGeom>
          <a:noFill/>
          <a:ln w="12700">
            <a:solidFill>
              <a:srgbClr val="22D3EE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554480" y="4480560"/>
            <a:ext cx="3657600" cy="3657600"/>
          </a:xfrm>
          <a:prstGeom prst="arc">
            <a:avLst/>
          </a:prstGeom>
          <a:noFill/>
          <a:ln w="12700">
            <a:solidFill>
              <a:srgbClr val="A78BFA">
                <a:alpha val="1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347472"/>
            <a:ext cx="56692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2D3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· Agent 与 Skill 设计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366760" y="347472"/>
            <a:ext cx="310896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AsoulAI ChronosFix · A-CFX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76656" y="658368"/>
            <a:ext cx="1001268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不是万能 Agent，而是有权限边界的协作团队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94944" y="1316736"/>
            <a:ext cx="9326880" cy="3474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 是可复用工程动作，Agent 负责判断、编排和证据解释。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49808" y="1847088"/>
            <a:ext cx="2560320" cy="3218688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9808" y="1847088"/>
            <a:ext cx="50292" cy="321868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002536"/>
            <a:ext cx="223113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Incident Analyst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368296"/>
            <a:ext cx="2231136" cy="2606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timeline.normalizer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symptom.cluster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impact.estimator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只读事故证据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538728" y="1847088"/>
            <a:ext cx="2560320" cy="3218688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38728" y="1847088"/>
            <a:ext cx="50292" cy="321868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03320" y="2002536"/>
            <a:ext cx="223113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Causal Lab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703320" y="2368296"/>
            <a:ext cx="2231136" cy="2606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counterfactual.replay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diff.isolator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gene.mutator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沙箱实验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327648" y="1847088"/>
            <a:ext cx="2560320" cy="3218688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27648" y="1847088"/>
            <a:ext cx="50292" cy="3218688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92240" y="2002536"/>
            <a:ext cx="223113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Patch Strategist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92240" y="2368296"/>
            <a:ext cx="2231136" cy="2606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patch.candidate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regression.runner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rollback.planner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不得直接发布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9116568" y="1847088"/>
            <a:ext cx="2148840" cy="3218688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16568" y="1847088"/>
            <a:ext cx="50292" cy="3218688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281160" y="2002536"/>
            <a:ext cx="181965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RiskGate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281160" y="2368296"/>
            <a:ext cx="1819656" cy="2606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3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approval.check</a:t>
            </a:r>
            <a:endParaRPr lang="en-US" sz="1030" dirty="0"/>
          </a:p>
          <a:p>
            <a:pPr algn="l" indent="0" marL="0">
              <a:buNone/>
            </a:pPr>
            <a:r>
              <a:rPr lang="en-US" sz="103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risk.scorer</a:t>
            </a:r>
            <a:endParaRPr lang="en-US" sz="1030" dirty="0"/>
          </a:p>
          <a:p>
            <a:pPr algn="l" indent="0" marL="0">
              <a:buNone/>
            </a:pPr>
            <a:r>
              <a:rPr lang="en-US" sz="103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audit.writer</a:t>
            </a:r>
            <a:endParaRPr lang="en-US" sz="1030" dirty="0"/>
          </a:p>
          <a:p>
            <a:pPr algn="l" indent="0" marL="0">
              <a:buNone/>
            </a:pPr>
            <a:r>
              <a:rPr lang="en-US" sz="103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高风险必停</a:t>
            </a:r>
            <a:endParaRPr lang="en-US" sz="1030" dirty="0"/>
          </a:p>
        </p:txBody>
      </p:sp>
      <p:sp>
        <p:nvSpPr>
          <p:cNvPr id="25" name="Text 23"/>
          <p:cNvSpPr/>
          <p:nvPr/>
        </p:nvSpPr>
        <p:spPr>
          <a:xfrm>
            <a:off x="11201400" y="6345936"/>
            <a:ext cx="438912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-731520"/>
            <a:ext cx="4572000" cy="4572000"/>
          </a:xfrm>
          <a:prstGeom prst="arc">
            <a:avLst/>
          </a:prstGeom>
          <a:noFill/>
          <a:ln w="12700">
            <a:solidFill>
              <a:srgbClr val="22D3EE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554480" y="4480560"/>
            <a:ext cx="3657600" cy="3657600"/>
          </a:xfrm>
          <a:prstGeom prst="arc">
            <a:avLst/>
          </a:prstGeom>
          <a:noFill/>
          <a:ln w="12700">
            <a:solidFill>
              <a:srgbClr val="A78BFA">
                <a:alpha val="1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347472"/>
            <a:ext cx="56692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2D3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· 样例输入输出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366760" y="347472"/>
            <a:ext cx="310896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AsoulAI ChronosFix · A-CFX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76656" y="658368"/>
            <a:ext cx="1001268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评委可以直接看见 Agent 协作、工具调用和结果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94944" y="1316736"/>
            <a:ext cx="9326880" cy="3474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样例均在仓库内可复现，无需真实企业数据。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49808" y="1783080"/>
            <a:ext cx="4983480" cy="352044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9808" y="1783080"/>
            <a:ext cx="50292" cy="35204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938528"/>
            <a:ext cx="465429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输入样例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304288"/>
            <a:ext cx="4654296" cy="29077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incident_id: INC-2026-0816-001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symptom: checkout 5xx + P99 latency spike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suspect_change: db.pool.maxSize 24 → 8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approval: --approve 决定是否进入可写补丁分支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72200" y="1783080"/>
            <a:ext cx="4983480" cy="352044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72200" y="1783080"/>
            <a:ext cx="50292" cy="352044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36792" y="1938528"/>
            <a:ext cx="465429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输出样例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336792" y="2304288"/>
            <a:ext cx="4654296" cy="29077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root_cause: connection pool capacity shortage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patch: restore pool 24 + capacity gate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status: approved / blocked-awaiting-human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evidence: proof-report, proof-bundle, GitHub PR, trace, metrics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1201400" y="6345936"/>
            <a:ext cx="438912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-731520"/>
            <a:ext cx="4572000" cy="4572000"/>
          </a:xfrm>
          <a:prstGeom prst="arc">
            <a:avLst/>
          </a:prstGeom>
          <a:noFill/>
          <a:ln w="12700">
            <a:solidFill>
              <a:srgbClr val="22D3EE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554480" y="4480560"/>
            <a:ext cx="3657600" cy="3657600"/>
          </a:xfrm>
          <a:prstGeom prst="arc">
            <a:avLst/>
          </a:prstGeom>
          <a:noFill/>
          <a:ln w="12700">
            <a:solidFill>
              <a:srgbClr val="A78BFA">
                <a:alpha val="1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347472"/>
            <a:ext cx="56692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2D3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· 创新点一：反事实根因证明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366760" y="347472"/>
            <a:ext cx="310896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AsoulAI ChronosFix · A-CFX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76656" y="658368"/>
            <a:ext cx="1001268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把“我觉得是这个改动”升级为“撤销后事故消失”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94944" y="1316736"/>
            <a:ext cx="9326880" cy="3474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这是 A-CFX 和普通代码修复 Agent 拉开差距的核心。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49808" y="1828800"/>
            <a:ext cx="3246120" cy="315468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9808" y="1828800"/>
            <a:ext cx="50292" cy="315468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984248"/>
            <a:ext cx="291693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平行时间线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350008"/>
            <a:ext cx="2916936" cy="2542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在隔离沙箱里撤销一个可疑变更，只重放同一事故输入，观察症状是否消失。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462272" y="1828800"/>
            <a:ext cx="3246120" cy="315468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62272" y="1828800"/>
            <a:ext cx="50292" cy="315468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26864" y="1984248"/>
            <a:ext cx="291693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因果证据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626864" y="2350008"/>
            <a:ext cx="2916936" cy="2542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 confidence、explanation、negative control 与假设缺口，避免把相关性包装成根因。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174736" y="1828800"/>
            <a:ext cx="2834640" cy="315468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74736" y="1828800"/>
            <a:ext cx="50292" cy="315468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39328" y="1984248"/>
            <a:ext cx="250545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商业价值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339328" y="2350008"/>
            <a:ext cx="2505456" cy="2542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减少误修复、缩短 MTTR，并把复盘知识沉淀成可复用的故障基因。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1201400" y="6345936"/>
            <a:ext cx="438912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-731520"/>
            <a:ext cx="4572000" cy="4572000"/>
          </a:xfrm>
          <a:prstGeom prst="arc">
            <a:avLst/>
          </a:prstGeom>
          <a:noFill/>
          <a:ln w="12700">
            <a:solidFill>
              <a:srgbClr val="22D3EE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554480" y="4480560"/>
            <a:ext cx="3657600" cy="3657600"/>
          </a:xfrm>
          <a:prstGeom prst="arc">
            <a:avLst/>
          </a:prstGeom>
          <a:noFill/>
          <a:ln w="12700">
            <a:solidFill>
              <a:srgbClr val="A78BFA">
                <a:alpha val="1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347472"/>
            <a:ext cx="56692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2D3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 · 创新点二：缺陷基因与补丁竞赛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366760" y="347472"/>
            <a:ext cx="310896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AsoulAI ChronosFix · A-CFX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76656" y="658368"/>
            <a:ext cx="1001268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修复不是只过一个测试，而是打赢一族相似事故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94944" y="1316736"/>
            <a:ext cx="9326880" cy="3474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每次事故都会形成新的质量资产，让系统越用越强。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49808" y="1847088"/>
            <a:ext cx="3108960" cy="310896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9808" y="1847088"/>
            <a:ext cx="50292" cy="310896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002536"/>
            <a:ext cx="277977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缺陷基因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368296"/>
            <a:ext cx="2779776" cy="24963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边界条件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并发/幂等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配置漂移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外部依赖慢响应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443984" y="1847088"/>
            <a:ext cx="3108960" cy="310896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43984" y="1847088"/>
            <a:ext cx="50292" cy="310896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08576" y="2002536"/>
            <a:ext cx="277977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补丁竞赛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608576" y="2368296"/>
            <a:ext cx="2779776" cy="24963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生成多个候选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基于风险/通过率排序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失败候选也记录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避免局部最优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138160" y="1847088"/>
            <a:ext cx="2926080" cy="310896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38160" y="1847088"/>
            <a:ext cx="50292" cy="310896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02752" y="2002536"/>
            <a:ext cx="259689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资产复用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302752" y="2368296"/>
            <a:ext cx="2596896" cy="24963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组织级事故疫苗库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回归集自动增殖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Skill 市场可分发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1201400" y="6345936"/>
            <a:ext cx="438912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-731520"/>
            <a:ext cx="4572000" cy="4572000"/>
          </a:xfrm>
          <a:prstGeom prst="arc">
            <a:avLst/>
          </a:prstGeom>
          <a:noFill/>
          <a:ln w="12700">
            <a:solidFill>
              <a:srgbClr val="22D3EE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554480" y="4480560"/>
            <a:ext cx="3657600" cy="3657600"/>
          </a:xfrm>
          <a:prstGeom prst="arc">
            <a:avLst/>
          </a:prstGeom>
          <a:noFill/>
          <a:ln w="12700">
            <a:solidFill>
              <a:srgbClr val="A78BFA">
                <a:alpha val="1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347472"/>
            <a:ext cx="56692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2D3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 · 创新点三：RiskGate 与 PR 证据护照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366760" y="347472"/>
            <a:ext cx="310896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AsoulAI ChronosFix · A-CFX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76656" y="658368"/>
            <a:ext cx="1001268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高风险写操作不越权，修复结论不黑箱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94944" y="1316736"/>
            <a:ext cx="9326880" cy="3474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复赛要求里的审批、回滚、审计、失败处理在这里闭环。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49808" y="1847088"/>
            <a:ext cx="3108960" cy="310896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9808" y="1847088"/>
            <a:ext cx="50292" cy="310896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002536"/>
            <a:ext cx="277977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权限边界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368296"/>
            <a:ext cx="2779776" cy="24963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读：日志/Trace/配置/Git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写：候选补丁/报告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禁：生产发布/真实退款/权限提升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443984" y="1847088"/>
            <a:ext cx="3108960" cy="310896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43984" y="1847088"/>
            <a:ext cx="50292" cy="310896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08576" y="2002536"/>
            <a:ext cx="277977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审批机制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608576" y="2368296"/>
            <a:ext cx="2779776" cy="24963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--approve 才进入写分支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风险分超阈值必须人工确认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无审批时输出 blocked 状态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138160" y="1847088"/>
            <a:ext cx="2926080" cy="310896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38160" y="1847088"/>
            <a:ext cx="50292" cy="310896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02752" y="2002536"/>
            <a:ext cx="259689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 证据护照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302752" y="2368296"/>
            <a:ext cx="2596896" cy="249631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GitHub PR 草案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checks / diff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风险与回滚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缺口声明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1201400" y="6345936"/>
            <a:ext cx="438912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-731520"/>
            <a:ext cx="4572000" cy="4572000"/>
          </a:xfrm>
          <a:prstGeom prst="arc">
            <a:avLst/>
          </a:prstGeom>
          <a:noFill/>
          <a:ln w="12700">
            <a:solidFill>
              <a:srgbClr val="22D3EE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554480" y="4480560"/>
            <a:ext cx="3657600" cy="3657600"/>
          </a:xfrm>
          <a:prstGeom prst="arc">
            <a:avLst/>
          </a:prstGeom>
          <a:noFill/>
          <a:ln w="12700">
            <a:solidFill>
              <a:srgbClr val="A78BFA">
                <a:alpha val="1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347472"/>
            <a:ext cx="56692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2D3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· 日志 / Trace / Metrics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366760" y="347472"/>
            <a:ext cx="310896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AsoulAI ChronosFix · A-CFX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76656" y="658368"/>
            <a:ext cx="1001268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复赛材料不是口头演示，而是工程证据可验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94944" y="1316736"/>
            <a:ext cx="9326880" cy="3474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仓库 evidence 目录保留每次运行的结构化证据。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77240" y="1874520"/>
            <a:ext cx="2331720" cy="987552"/>
          </a:xfrm>
          <a:prstGeom prst="rect">
            <a:avLst/>
          </a:prstGeom>
          <a:solidFill>
            <a:srgbClr val="16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2020824"/>
            <a:ext cx="2057400" cy="32918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2D3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trace.jsonl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914400" y="2395728"/>
            <a:ext cx="205740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Span 级轨迹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914400" y="2642616"/>
            <a:ext cx="2057400" cy="1645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/ skill / state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429000" y="1874520"/>
            <a:ext cx="2331720" cy="987552"/>
          </a:xfrm>
          <a:prstGeom prst="rect">
            <a:avLst/>
          </a:prstGeom>
          <a:solidFill>
            <a:srgbClr val="16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66160" y="2020824"/>
            <a:ext cx="2057400" cy="32918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34D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run-log.jsonl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566160" y="2395728"/>
            <a:ext cx="205740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运行日志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566160" y="2642616"/>
            <a:ext cx="2057400" cy="1645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decision / approval / status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080760" y="1874520"/>
            <a:ext cx="2331720" cy="987552"/>
          </a:xfrm>
          <a:prstGeom prst="rect">
            <a:avLst/>
          </a:prstGeom>
          <a:solidFill>
            <a:srgbClr val="16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17920" y="2020824"/>
            <a:ext cx="2057400" cy="32918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60A5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metrics.json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217920" y="2395728"/>
            <a:ext cx="205740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工程指标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217920" y="2642616"/>
            <a:ext cx="2057400" cy="1645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latency / pass-rate / risk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8732520" y="1874520"/>
            <a:ext cx="2331720" cy="987552"/>
          </a:xfrm>
          <a:prstGeom prst="rect">
            <a:avLst/>
          </a:prstGeom>
          <a:solidFill>
            <a:srgbClr val="162033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869680" y="2020824"/>
            <a:ext cx="2057400" cy="32918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B9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eval.md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8869680" y="2395728"/>
            <a:ext cx="205740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评测报告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869680" y="2642616"/>
            <a:ext cx="2057400" cy="1645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case / expected / actual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1188720" y="3749040"/>
            <a:ext cx="9372600" cy="987552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88720" y="3749040"/>
            <a:ext cx="50292" cy="987552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353312" y="3904488"/>
            <a:ext cx="904341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自动化验证证据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353312" y="4270248"/>
            <a:ext cx="9043416" cy="37490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-m unittest discover -s tests -p "test_*.py" -q 通过；demo.py 与 AgentTeams 入口均可重放。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11201400" y="6345936"/>
            <a:ext cx="438912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-731520"/>
            <a:ext cx="4572000" cy="4572000"/>
          </a:xfrm>
          <a:prstGeom prst="arc">
            <a:avLst/>
          </a:prstGeom>
          <a:noFill/>
          <a:ln w="12700">
            <a:solidFill>
              <a:srgbClr val="22D3EE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554480" y="4480560"/>
            <a:ext cx="3657600" cy="3657600"/>
          </a:xfrm>
          <a:prstGeom prst="arc">
            <a:avLst/>
          </a:prstGeom>
          <a:noFill/>
          <a:ln w="12700">
            <a:solidFill>
              <a:srgbClr val="A78BFA">
                <a:alpha val="1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347472"/>
            <a:ext cx="56692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2D3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· 官方 Infra 映射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366760" y="347472"/>
            <a:ext cx="310896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AsoulAI ChronosFix · A-CFX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76656" y="658368"/>
            <a:ext cx="1001268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七层基座，保留可替换性，不做工具堆叠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94944" y="1316736"/>
            <a:ext cx="9326880" cy="3474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每个组件说明必要性、接口契约、权限边界和迁移成本。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1755648"/>
            <a:ext cx="2395728" cy="1115568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755648"/>
            <a:ext cx="50292" cy="111556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1911096"/>
            <a:ext cx="2066544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AgentTeams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96112" y="2276856"/>
            <a:ext cx="2066544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 Agent 协同框架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520440" y="1755648"/>
            <a:ext cx="2395728" cy="1115568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20440" y="1755648"/>
            <a:ext cx="50292" cy="111556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85032" y="1911096"/>
            <a:ext cx="2066544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 Skills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685032" y="2276856"/>
            <a:ext cx="2066544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操作云的标准动作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309360" y="1755648"/>
            <a:ext cx="2395728" cy="1115568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09360" y="1755648"/>
            <a:ext cx="50292" cy="1115568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73952" y="1911096"/>
            <a:ext cx="2066544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Nacos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73952" y="2276856"/>
            <a:ext cx="2066544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/ Prompt / Skill 配置治理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098280" y="1755648"/>
            <a:ext cx="2395728" cy="1115568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098280" y="1755648"/>
            <a:ext cx="50292" cy="1115568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262872" y="1911096"/>
            <a:ext cx="2066544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Higress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262872" y="2276856"/>
            <a:ext cx="2066544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统一入口、鉴权、路由、限流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31520" y="3328416"/>
            <a:ext cx="2395728" cy="1115568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31520" y="3328416"/>
            <a:ext cx="50292" cy="111556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96112" y="3483864"/>
            <a:ext cx="2066544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PolarDB PG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896112" y="3849624"/>
            <a:ext cx="2066544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向量、记忆、审计、RAG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520440" y="3328416"/>
            <a:ext cx="2395728" cy="1115568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520440" y="3328416"/>
            <a:ext cx="50292" cy="111556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85032" y="3483864"/>
            <a:ext cx="2066544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RocketMQ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3685032" y="3849624"/>
            <a:ext cx="2066544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事件驱动与可靠状态流转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309360" y="3328416"/>
            <a:ext cx="2395728" cy="1115568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09360" y="3328416"/>
            <a:ext cx="50292" cy="111556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73952" y="3483864"/>
            <a:ext cx="2066544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AgentLoop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6473952" y="3849624"/>
            <a:ext cx="2066544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Trace、评估、成本与质量闭环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1201400" y="6345936"/>
            <a:ext cx="438912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-731520"/>
            <a:ext cx="4572000" cy="4572000"/>
          </a:xfrm>
          <a:prstGeom prst="arc">
            <a:avLst/>
          </a:prstGeom>
          <a:noFill/>
          <a:ln w="12700">
            <a:solidFill>
              <a:srgbClr val="22D3EE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554480" y="4480560"/>
            <a:ext cx="3657600" cy="3657600"/>
          </a:xfrm>
          <a:prstGeom prst="arc">
            <a:avLst/>
          </a:prstGeom>
          <a:noFill/>
          <a:ln w="12700">
            <a:solidFill>
              <a:srgbClr val="A78BFA">
                <a:alpha val="1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347472"/>
            <a:ext cx="56692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2D3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· 云 Skills / Nacos / Higress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366760" y="347472"/>
            <a:ext cx="310896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AsoulAI ChronosFix · A-CFX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76656" y="658368"/>
            <a:ext cx="1001268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从本地 Demo 平滑迁移到生产级 Agent Infra</a:t>
            </a:r>
            <a:endParaRPr lang="en-US" sz="2450" dirty="0"/>
          </a:p>
        </p:txBody>
      </p:sp>
      <p:sp>
        <p:nvSpPr>
          <p:cNvPr id="8" name="Text 6"/>
          <p:cNvSpPr/>
          <p:nvPr/>
        </p:nvSpPr>
        <p:spPr>
          <a:xfrm>
            <a:off x="694944" y="1316736"/>
            <a:ext cx="9326880" cy="3474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复赛版先定义接口与治理边界，决赛再接真实云资源。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49808" y="1847088"/>
            <a:ext cx="3246120" cy="320040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9808" y="1847088"/>
            <a:ext cx="50292" cy="32004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002536"/>
            <a:ext cx="291693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 Skills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368296"/>
            <a:ext cx="2916936" cy="25877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统一鉴权：最小权限 token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编排：Skill manifest + input/output schema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体验：失败返回可解释状态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替换：本地 mock 与云 Skill 同契约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462272" y="1847088"/>
            <a:ext cx="3246120" cy="320040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62272" y="1847088"/>
            <a:ext cx="50292" cy="320040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26864" y="2002536"/>
            <a:ext cx="291693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Nacos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626864" y="2368296"/>
            <a:ext cx="2916936" cy="25877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管理 Agent/Profile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管理 Prompt/Skill 配置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动态阈值与灰度策略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变更审计与回滚版本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174736" y="1847088"/>
            <a:ext cx="2834640" cy="320040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74736" y="1847088"/>
            <a:ext cx="50292" cy="320040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39328" y="2002536"/>
            <a:ext cx="250545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Higress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339328" y="2368296"/>
            <a:ext cx="2505456" cy="258775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模型/Agent/Tool 统一入口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鉴权、路由、限流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敏感工具隔离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OpenTelemetry Trace 注入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201400" y="6345936"/>
            <a:ext cx="438912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-731520"/>
            <a:ext cx="4572000" cy="4572000"/>
          </a:xfrm>
          <a:prstGeom prst="arc">
            <a:avLst/>
          </a:prstGeom>
          <a:noFill/>
          <a:ln w="12700">
            <a:solidFill>
              <a:srgbClr val="22D3EE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554480" y="4480560"/>
            <a:ext cx="3657600" cy="3657600"/>
          </a:xfrm>
          <a:prstGeom prst="arc">
            <a:avLst/>
          </a:prstGeom>
          <a:noFill/>
          <a:ln w="12700">
            <a:solidFill>
              <a:srgbClr val="A78BFA">
                <a:alpha val="1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347472"/>
            <a:ext cx="56692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2D3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 · PolarDB / UnifiedModel / RAG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366760" y="347472"/>
            <a:ext cx="310896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AsoulAI ChronosFix · A-CFX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76656" y="658368"/>
            <a:ext cx="1001268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统一数据模型让事故、代码、实验和证据能关联查询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94944" y="1316736"/>
            <a:ext cx="9326880" cy="3474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数据层默认可替换，不绑定单一存储。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49808" y="1828800"/>
            <a:ext cx="3246120" cy="3273552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9808" y="1828800"/>
            <a:ext cx="50292" cy="32735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984248"/>
            <a:ext cx="291693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PolarDB for PostgreSQL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350008"/>
            <a:ext cx="2916936" cy="266090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incident table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trace_span table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fault_gene vector index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audit_event table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462272" y="1828800"/>
            <a:ext cx="3246120" cy="3273552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62272" y="1828800"/>
            <a:ext cx="50292" cy="32735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26864" y="1984248"/>
            <a:ext cx="291693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UnifiedModel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626864" y="2350008"/>
            <a:ext cx="2916936" cy="266090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Incident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AgentRun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SkillCall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EvidencePassport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PatchCandidate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174736" y="1828800"/>
            <a:ext cx="2834640" cy="3273552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74736" y="1828800"/>
            <a:ext cx="50292" cy="3273552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39328" y="1984248"/>
            <a:ext cx="250545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RAG / 长记忆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339328" y="2350008"/>
            <a:ext cx="2505456" cy="266090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历史事故检索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Runbook 检索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相似缺陷基因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审计可追溯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1201400" y="6345936"/>
            <a:ext cx="438912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-731520"/>
            <a:ext cx="4572000" cy="4572000"/>
          </a:xfrm>
          <a:prstGeom prst="arc">
            <a:avLst/>
          </a:prstGeom>
          <a:noFill/>
          <a:ln w="12700">
            <a:solidFill>
              <a:srgbClr val="22D3EE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554480" y="4480560"/>
            <a:ext cx="3657600" cy="3657600"/>
          </a:xfrm>
          <a:prstGeom prst="arc">
            <a:avLst/>
          </a:prstGeom>
          <a:noFill/>
          <a:ln w="12700">
            <a:solidFill>
              <a:srgbClr val="A78BFA">
                <a:alpha val="1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347472"/>
            <a:ext cx="56692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2D3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· RocketMQ / 可观测闭环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366760" y="347472"/>
            <a:ext cx="310896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AsoulAI ChronosFix · A-CFX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76656" y="658368"/>
            <a:ext cx="1001268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事件驱动让 Agent 协作可恢复、可追踪、可回放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94944" y="1316736"/>
            <a:ext cx="9326880" cy="3474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可观测不是日志截图，而是质量、成本、性能、可靠性的持续数据。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49808" y="1828800"/>
            <a:ext cx="4892040" cy="324612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9808" y="1828800"/>
            <a:ext cx="50292" cy="324612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984248"/>
            <a:ext cx="456285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RocketMQ 事件模型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350008"/>
            <a:ext cx="4562856" cy="26334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incident.created → timeline.ready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hypothesis.ready → experiment.done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riskgate.waiting → passport.ready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按 incident_id / span_id 做幂等和去重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99632" y="1828800"/>
            <a:ext cx="4892040" cy="324612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99632" y="1828800"/>
            <a:ext cx="50292" cy="324612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64224" y="1984248"/>
            <a:ext cx="456285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LoongSuite + AgentScope Studio / AgentLoop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364224" y="2350008"/>
            <a:ext cx="4562856" cy="26334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Trace：Agent / Skill / MCP / RAG / LLM Span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Log：决策依据、权限校验、审批事件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Metrics：端到端耗时、工具成功率、成本代理指标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评估：Golden / Badcase 回放与持续调优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1201400" y="6345936"/>
            <a:ext cx="438912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-731520"/>
            <a:ext cx="4572000" cy="4572000"/>
          </a:xfrm>
          <a:prstGeom prst="arc">
            <a:avLst/>
          </a:prstGeom>
          <a:noFill/>
          <a:ln w="12700">
            <a:solidFill>
              <a:srgbClr val="22D3EE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554480" y="4480560"/>
            <a:ext cx="3657600" cy="3657600"/>
          </a:xfrm>
          <a:prstGeom prst="arc">
            <a:avLst/>
          </a:prstGeom>
          <a:noFill/>
          <a:ln w="12700">
            <a:solidFill>
              <a:srgbClr val="A78BFA">
                <a:alpha val="1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347472"/>
            <a:ext cx="56692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2D3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 · 仓库可复现路径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366760" y="347472"/>
            <a:ext cx="310896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AsoulAI ChronosFix · A-CFX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76656" y="658368"/>
            <a:ext cx="1001268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评委按 README 即可运行核心 Demo、测试和 AgentTeams 入口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694944" y="1316736"/>
            <a:ext cx="9326880" cy="3474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核心闭环无第三方依赖，不调用商业 API。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" y="1783080"/>
            <a:ext cx="10149840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1783080"/>
            <a:ext cx="50292" cy="65836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7552" y="1883664"/>
            <a:ext cx="9820656" cy="2377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自动化测试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987552" y="2157984"/>
            <a:ext cx="9820656" cy="2377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-m unittest discover -s tests -p "test_*.py" -q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22960" y="2651760"/>
            <a:ext cx="10149840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2651760"/>
            <a:ext cx="50292" cy="65836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7552" y="2752344"/>
            <a:ext cx="9820656" cy="2377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核心 Demo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987552" y="3026664"/>
            <a:ext cx="9820656" cy="2377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demo.py --approve --output evidence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822960" y="3520440"/>
            <a:ext cx="10149840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3520440"/>
            <a:ext cx="50292" cy="658368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87552" y="3621024"/>
            <a:ext cx="9820656" cy="2377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AgentTeams 风格入口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987552" y="3895344"/>
            <a:ext cx="9820656" cy="2377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agentteams/run_chronosfix_team.py --approve --output output/agentteams-latest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22960" y="4389120"/>
            <a:ext cx="10149840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2960" y="4389120"/>
            <a:ext cx="50292" cy="658368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7552" y="4489704"/>
            <a:ext cx="9820656" cy="2377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失败处理分支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987552" y="4764024"/>
            <a:ext cx="9820656" cy="2377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demo.py --output output/no-approval  →  blocked-awaiting-human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1201400" y="6345936"/>
            <a:ext cx="438912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-731520"/>
            <a:ext cx="4572000" cy="4572000"/>
          </a:xfrm>
          <a:prstGeom prst="arc">
            <a:avLst/>
          </a:prstGeom>
          <a:noFill/>
          <a:ln w="12700">
            <a:solidFill>
              <a:srgbClr val="22D3EE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554480" y="4480560"/>
            <a:ext cx="3657600" cy="3657600"/>
          </a:xfrm>
          <a:prstGeom prst="arc">
            <a:avLst/>
          </a:prstGeom>
          <a:noFill/>
          <a:ln w="12700">
            <a:solidFill>
              <a:srgbClr val="A78BFA">
                <a:alpha val="1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347472"/>
            <a:ext cx="56692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2D3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 · 商业价值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366760" y="347472"/>
            <a:ext cx="310896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AsoulAI ChronosFix · A-CFX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76656" y="658368"/>
            <a:ext cx="1001268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把事故成本变成带证明的软件变更资产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94944" y="1316736"/>
            <a:ext cx="9326880" cy="3474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A-CFX 的护城河来自持续积累的反事实实验、PR 证据护照和质量资产库。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49808" y="1938528"/>
            <a:ext cx="3063240" cy="214884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9808" y="1938528"/>
            <a:ext cx="50292" cy="21488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093976"/>
            <a:ext cx="273405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中大型研发组织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459736"/>
            <a:ext cx="2734056" cy="1536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减少定位时间和误修复风险，把事故复盘经验跨团队复用。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462272" y="1938528"/>
            <a:ext cx="3063240" cy="214884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62272" y="1938528"/>
            <a:ext cx="50292" cy="214884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26864" y="2093976"/>
            <a:ext cx="273405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云厂商 / DevOps 平台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626864" y="2459736"/>
            <a:ext cx="2734056" cy="1536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作为 APM、CI/CD、配置中心、工单和发布平台的 Agent Infra 增值模块。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174736" y="1938528"/>
            <a:ext cx="3063240" cy="214884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74736" y="1938528"/>
            <a:ext cx="50292" cy="214884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39328" y="2093976"/>
            <a:ext cx="273405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生态市场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339328" y="2459736"/>
            <a:ext cx="2734056" cy="153619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故障基因包、PR 证据护照模板和 Skill Candidate 可以开源共建或商业分发。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024128" y="4709160"/>
            <a:ext cx="9966960" cy="3840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收费形态：团队版 SaaS、企业私有化、云市场插件、PR 证据包、Skill 市场、审计合规模块。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11201400" y="6345936"/>
            <a:ext cx="438912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-731520"/>
            <a:ext cx="4572000" cy="4572000"/>
          </a:xfrm>
          <a:prstGeom prst="arc">
            <a:avLst/>
          </a:prstGeom>
          <a:noFill/>
          <a:ln w="12700">
            <a:solidFill>
              <a:srgbClr val="22D3EE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554480" y="4480560"/>
            <a:ext cx="3657600" cy="3657600"/>
          </a:xfrm>
          <a:prstGeom prst="arc">
            <a:avLst/>
          </a:prstGeom>
          <a:noFill/>
          <a:ln w="12700">
            <a:solidFill>
              <a:srgbClr val="A78BFA">
                <a:alpha val="1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347472"/>
            <a:ext cx="566928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2D3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 · 开放计划与下一步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366760" y="347472"/>
            <a:ext cx="310896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AsoulAI ChronosFix · A-CFX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76656" y="658368"/>
            <a:ext cx="1001268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复赛交付可运行工程，决赛冲刺真实接入与现场演示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94944" y="1316736"/>
            <a:ext cx="9326880" cy="3474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开放范围清晰，避免数据、License、商业 API 和闭源模型风险。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49808" y="1847088"/>
            <a:ext cx="3063240" cy="233172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9808" y="1847088"/>
            <a:ext cx="50292" cy="233172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002536"/>
            <a:ext cx="273405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已开放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2368296"/>
            <a:ext cx="2734056" cy="17190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核心 Python 代码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AgentTeams YAML 与运行入口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Skill 规格与接口 Schema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样例事故、Trace、Metrics、评测报告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462272" y="1847088"/>
            <a:ext cx="3063240" cy="233172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62272" y="1847088"/>
            <a:ext cx="50292" cy="233172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26864" y="2002536"/>
            <a:ext cx="273405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合规边界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626864" y="2368296"/>
            <a:ext cx="2734056" cy="17190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Apache-2.0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合成数据，无真实企业日志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当前不调用商业 API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真实接入默认脱敏和最小权限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174736" y="1847088"/>
            <a:ext cx="3063240" cy="2331720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74736" y="1847088"/>
            <a:ext cx="50292" cy="233172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39328" y="2002536"/>
            <a:ext cx="273405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决赛增强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339328" y="2368296"/>
            <a:ext cx="2734056" cy="17190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真实 Git / CI / Nacos 接入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历史事故 RAG 与 Runbook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AgentLoop 观测评估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现场故障回放与专家问答材料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1201400" y="6345936"/>
            <a:ext cx="438912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-731520"/>
            <a:ext cx="4572000" cy="4572000"/>
          </a:xfrm>
          <a:prstGeom prst="arc">
            <a:avLst/>
          </a:prstGeom>
          <a:noFill/>
          <a:ln w="12700">
            <a:solidFill>
              <a:srgbClr val="22D3EE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554480" y="4480560"/>
            <a:ext cx="3657600" cy="3657600"/>
          </a:xfrm>
          <a:prstGeom prst="arc">
            <a:avLst/>
          </a:prstGeom>
          <a:noFill/>
          <a:ln w="12700">
            <a:solidFill>
              <a:srgbClr val="A78BFA">
                <a:alpha val="1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97280"/>
            <a:ext cx="896112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AsoulAI ChronosFix（A-CFX）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841248" y="1993392"/>
            <a:ext cx="9875520" cy="6583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E5EE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让软件修复从经验猜测，升级为可证明、可审批、可回放、可复用的软件变更基础设施。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932688" y="3474720"/>
            <a:ext cx="3063240" cy="1389888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32688" y="3474720"/>
            <a:ext cx="50292" cy="138988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3630168"/>
            <a:ext cx="273405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能跑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97280" y="3995928"/>
            <a:ext cx="2734056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代码、测试、AgentTeams 入口和在线 Demo 可复现。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480560" y="3474720"/>
            <a:ext cx="3063240" cy="1389888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80560" y="3474720"/>
            <a:ext cx="50292" cy="138988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45152" y="3630168"/>
            <a:ext cx="273405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能验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45152" y="3995928"/>
            <a:ext cx="2734056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Trace、Log、Metrics、评测报告和证据护照可审计。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28432" y="3474720"/>
            <a:ext cx="3063240" cy="1389888"/>
          </a:xfrm>
          <a:prstGeom prst="rect">
            <a:avLst/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28432" y="3474720"/>
            <a:ext cx="50292" cy="1389888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93024" y="3630168"/>
            <a:ext cx="2734056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能长大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193024" y="3995928"/>
            <a:ext cx="2734056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官方 Infra 映射清晰，可迁移到生产级 Agent Infra。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1201400" y="6345936"/>
            <a:ext cx="438912" cy="2011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AsoulAI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AsoulAI ChronosFix 复赛方案</dc:title>
  <dc:subject>GOAI Agent Infra semifinal deck</dc:subject>
  <dc:creator>AsoulAI</dc:creator>
  <cp:lastModifiedBy>AsoulAI</cp:lastModifiedBy>
  <cp:revision>1</cp:revision>
  <dcterms:created xsi:type="dcterms:W3CDTF">2026-08-25T04:26:39Z</dcterms:created>
  <dcterms:modified xsi:type="dcterms:W3CDTF">2026-08-25T04:26:39Z</dcterms:modified>
</cp:coreProperties>
</file>