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9feb1ebfca48f1" /><Relationship Type="http://schemas.openxmlformats.org/officeDocument/2006/relationships/extended-properties" Target="/docProps/app.xml" Id="R8a49ad77057747d0" /><Relationship Type="http://schemas.openxmlformats.org/officeDocument/2006/relationships/officeDocument" Target="/ppt/presentation.xml" Id="Re125984d817a40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99157d50ac4df8"/>
  </p:sldMasterIdLst>
  <p:notesMasterIdLst>
    <p:notesMasterId xmlns:r="http://schemas.openxmlformats.org/officeDocument/2006/relationships" r:id="Ra153814ba8b54a4f"/>
  </p:notesMasterIdLst>
  <p:sldIdLst>
    <p:sldId xmlns:r="http://schemas.openxmlformats.org/officeDocument/2006/relationships" id="256" r:id="R9bbabb410dac4648"/>
    <p:sldId xmlns:r="http://schemas.openxmlformats.org/officeDocument/2006/relationships" id="257" r:id="Rbaa63b587c2b4bcd"/>
    <p:sldId xmlns:r="http://schemas.openxmlformats.org/officeDocument/2006/relationships" id="258" r:id="Rf38f3c20f9c24733"/>
    <p:sldId xmlns:r="http://schemas.openxmlformats.org/officeDocument/2006/relationships" id="259" r:id="R9a94d0416f8a49a6"/>
    <p:sldId xmlns:r="http://schemas.openxmlformats.org/officeDocument/2006/relationships" id="260" r:id="R544cbe8538b74d6d"/>
    <p:sldId xmlns:r="http://schemas.openxmlformats.org/officeDocument/2006/relationships" id="261" r:id="Rbf9c915926174b62"/>
    <p:sldId xmlns:r="http://schemas.openxmlformats.org/officeDocument/2006/relationships" id="262" r:id="Rb5f0abc2707b4e7e"/>
    <p:sldId xmlns:r="http://schemas.openxmlformats.org/officeDocument/2006/relationships" id="263" r:id="R706f16e920d84be6"/>
    <p:sldId xmlns:r="http://schemas.openxmlformats.org/officeDocument/2006/relationships" id="264" r:id="R57641c05da134113"/>
    <p:sldId xmlns:r="http://schemas.openxmlformats.org/officeDocument/2006/relationships" id="265" r:id="R1eb842a309fe4c28"/>
    <p:sldId xmlns:r="http://schemas.openxmlformats.org/officeDocument/2006/relationships" id="266" r:id="Rf343b0377a6c41ac"/>
    <p:sldId xmlns:r="http://schemas.openxmlformats.org/officeDocument/2006/relationships" id="267" r:id="R4d27ac04a4e54379"/>
    <p:sldId xmlns:r="http://schemas.openxmlformats.org/officeDocument/2006/relationships" id="268" r:id="R73b64b8c7b5b4d13"/>
    <p:sldId xmlns:r="http://schemas.openxmlformats.org/officeDocument/2006/relationships" id="269" r:id="R65904888fa414a8e"/>
    <p:sldId xmlns:r="http://schemas.openxmlformats.org/officeDocument/2006/relationships" id="270" r:id="R8028eec12af04866"/>
    <p:sldId xmlns:r="http://schemas.openxmlformats.org/officeDocument/2006/relationships" id="271" r:id="Rfa4490761c644e67"/>
    <p:sldId xmlns:r="http://schemas.openxmlformats.org/officeDocument/2006/relationships" id="272" r:id="R27b89d0c1d334fac"/>
    <p:sldId xmlns:r="http://schemas.openxmlformats.org/officeDocument/2006/relationships" id="273" r:id="Rfa9ea04e6f5842da"/>
    <p:sldId xmlns:r="http://schemas.openxmlformats.org/officeDocument/2006/relationships" id="274" r:id="R865b413e2f554222"/>
    <p:sldId xmlns:r="http://schemas.openxmlformats.org/officeDocument/2006/relationships" id="275" r:id="R16a64041facd4810"/>
    <p:sldId xmlns:r="http://schemas.openxmlformats.org/officeDocument/2006/relationships" id="276" r:id="R2961d7168b1341c8"/>
    <p:sldId xmlns:r="http://schemas.openxmlformats.org/officeDocument/2006/relationships" id="277" r:id="R032ec40980d54a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e7546a6a8148f3" /><Relationship Type="http://schemas.openxmlformats.org/officeDocument/2006/relationships/slideMaster" Target="/ppt/slideMasters/slideMaster1.xml" Id="R5a99157d50ac4df8" /><Relationship Type="http://schemas.openxmlformats.org/officeDocument/2006/relationships/notesMaster" Target="/ppt/notesMasters/notesMaster1.xml" Id="Ra153814ba8b54a4f" /><Relationship Type="http://schemas.openxmlformats.org/officeDocument/2006/relationships/presProps" Target="/ppt/presProps.xml" Id="R8c81fb1ec817471e" /><Relationship Type="http://schemas.openxmlformats.org/officeDocument/2006/relationships/tableStyles" Target="/ppt/tableStyles.xml" Id="Raea1291887824fd0" /><Relationship Type="http://schemas.openxmlformats.org/officeDocument/2006/relationships/slide" Target="/ppt/slides/slide1.xml" Id="R9bbabb410dac4648" /><Relationship Type="http://schemas.openxmlformats.org/officeDocument/2006/relationships/slide" Target="/ppt/slides/slide2.xml" Id="Rbaa63b587c2b4bcd" /><Relationship Type="http://schemas.openxmlformats.org/officeDocument/2006/relationships/slide" Target="/ppt/slides/slide3.xml" Id="Rf38f3c20f9c24733" /><Relationship Type="http://schemas.openxmlformats.org/officeDocument/2006/relationships/slide" Target="/ppt/slides/slide4.xml" Id="R9a94d0416f8a49a6" /><Relationship Type="http://schemas.openxmlformats.org/officeDocument/2006/relationships/slide" Target="/ppt/slides/slide5.xml" Id="R544cbe8538b74d6d" /><Relationship Type="http://schemas.openxmlformats.org/officeDocument/2006/relationships/slide" Target="/ppt/slides/slide6.xml" Id="Rbf9c915926174b62" /><Relationship Type="http://schemas.openxmlformats.org/officeDocument/2006/relationships/slide" Target="/ppt/slides/slide7.xml" Id="Rb5f0abc2707b4e7e" /><Relationship Type="http://schemas.openxmlformats.org/officeDocument/2006/relationships/slide" Target="/ppt/slides/slide8.xml" Id="R706f16e920d84be6" /><Relationship Type="http://schemas.openxmlformats.org/officeDocument/2006/relationships/slide" Target="/ppt/slides/slide9.xml" Id="R57641c05da134113" /><Relationship Type="http://schemas.openxmlformats.org/officeDocument/2006/relationships/slide" Target="/ppt/slides/slide10.xml" Id="R1eb842a309fe4c28" /><Relationship Type="http://schemas.openxmlformats.org/officeDocument/2006/relationships/slide" Target="/ppt/slides/slide11.xml" Id="Rf343b0377a6c41ac" /><Relationship Type="http://schemas.openxmlformats.org/officeDocument/2006/relationships/slide" Target="/ppt/slides/slide12.xml" Id="R4d27ac04a4e54379" /><Relationship Type="http://schemas.openxmlformats.org/officeDocument/2006/relationships/slide" Target="/ppt/slides/slide13.xml" Id="R73b64b8c7b5b4d13" /><Relationship Type="http://schemas.openxmlformats.org/officeDocument/2006/relationships/slide" Target="/ppt/slides/slide14.xml" Id="R65904888fa414a8e" /><Relationship Type="http://schemas.openxmlformats.org/officeDocument/2006/relationships/slide" Target="/ppt/slides/slide15.xml" Id="R8028eec12af04866" /><Relationship Type="http://schemas.openxmlformats.org/officeDocument/2006/relationships/slide" Target="/ppt/slides/slide16.xml" Id="Rfa4490761c644e67" /><Relationship Type="http://schemas.openxmlformats.org/officeDocument/2006/relationships/slide" Target="/ppt/slides/slide17.xml" Id="R27b89d0c1d334fac" /><Relationship Type="http://schemas.openxmlformats.org/officeDocument/2006/relationships/slide" Target="/ppt/slides/slide18.xml" Id="Rfa9ea04e6f5842da" /><Relationship Type="http://schemas.openxmlformats.org/officeDocument/2006/relationships/slide" Target="/ppt/slides/slide19.xml" Id="R865b413e2f554222" /><Relationship Type="http://schemas.openxmlformats.org/officeDocument/2006/relationships/slide" Target="/ppt/slides/slide20.xml" Id="R16a64041facd4810" /><Relationship Type="http://schemas.openxmlformats.org/officeDocument/2006/relationships/slide" Target="/ppt/slides/slide21.xml" Id="R2961d7168b1341c8" /><Relationship Type="http://schemas.openxmlformats.org/officeDocument/2006/relationships/slide" Target="/ppt/slides/slide22.xml" Id="R032ec40980d54a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7c89ba14eb48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9c614d1fcd42c8" /><Relationship Type="http://schemas.openxmlformats.org/officeDocument/2006/relationships/notesMaster" Target="/ppt/notesMasters/notesMaster1.xml" Id="R13b8b6e382154e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4bdff69a1c458f" /><Relationship Type="http://schemas.openxmlformats.org/officeDocument/2006/relationships/notesMaster" Target="/ppt/notesMasters/notesMaster1.xml" Id="Rf86b9f7cbaf84e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cc95c5b30646c0" /><Relationship Type="http://schemas.openxmlformats.org/officeDocument/2006/relationships/notesMaster" Target="/ppt/notesMasters/notesMaster1.xml" Id="R2f672b92927c49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e5d92639fb4608" /><Relationship Type="http://schemas.openxmlformats.org/officeDocument/2006/relationships/notesMaster" Target="/ppt/notesMasters/notesMaster1.xml" Id="R3804ed828f3a4f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652b8082b84c23" /><Relationship Type="http://schemas.openxmlformats.org/officeDocument/2006/relationships/notesMaster" Target="/ppt/notesMasters/notesMaster1.xml" Id="R2504461b17d846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3755d20c60458e" /><Relationship Type="http://schemas.openxmlformats.org/officeDocument/2006/relationships/notesMaster" Target="/ppt/notesMasters/notesMaster1.xml" Id="Rdcd6cf1f523048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f70b3414de4b02" /><Relationship Type="http://schemas.openxmlformats.org/officeDocument/2006/relationships/notesMaster" Target="/ppt/notesMasters/notesMaster1.xml" Id="Rc1f5e306844945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986a7c78e74c18" /><Relationship Type="http://schemas.openxmlformats.org/officeDocument/2006/relationships/notesMaster" Target="/ppt/notesMasters/notesMaster1.xml" Id="Rfbeccca1011746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2ffbba3a51485a" /><Relationship Type="http://schemas.openxmlformats.org/officeDocument/2006/relationships/notesMaster" Target="/ppt/notesMasters/notesMaster1.xml" Id="Rf526d107bca54b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43367004bac494c" /><Relationship Type="http://schemas.openxmlformats.org/officeDocument/2006/relationships/notesMaster" Target="/ppt/notesMasters/notesMaster1.xml" Id="R5349fb43f281416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34d9f9052a487c" /><Relationship Type="http://schemas.openxmlformats.org/officeDocument/2006/relationships/notesMaster" Target="/ppt/notesMasters/notesMaster1.xml" Id="R751bbd3c4c13432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aec9d3d375244f5" /><Relationship Type="http://schemas.openxmlformats.org/officeDocument/2006/relationships/notesMaster" Target="/ppt/notesMasters/notesMaster1.xml" Id="Rc121b1715bcf4e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1f9402a2d9a4a69" /><Relationship Type="http://schemas.openxmlformats.org/officeDocument/2006/relationships/notesMaster" Target="/ppt/notesMasters/notesMaster1.xml" Id="Raa8fa1a7f7ba4ff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61f9d774d0844c0" /><Relationship Type="http://schemas.openxmlformats.org/officeDocument/2006/relationships/notesMaster" Target="/ppt/notesMasters/notesMaster1.xml" Id="R9c8c7cc748f4412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af719ccbd76443f" /><Relationship Type="http://schemas.openxmlformats.org/officeDocument/2006/relationships/notesMaster" Target="/ppt/notesMasters/notesMaster1.xml" Id="Rfa36012a5286404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4bf4add16fd44de" /><Relationship Type="http://schemas.openxmlformats.org/officeDocument/2006/relationships/notesMaster" Target="/ppt/notesMasters/notesMaster1.xml" Id="R510866b131374aa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172822c246a4920" /><Relationship Type="http://schemas.openxmlformats.org/officeDocument/2006/relationships/notesMaster" Target="/ppt/notesMasters/notesMaster1.xml" Id="Rd51796ac030341c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0a299d22308419c" /><Relationship Type="http://schemas.openxmlformats.org/officeDocument/2006/relationships/notesMaster" Target="/ppt/notesMasters/notesMaster1.xml" Id="Rbb4dd62f1e3f455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0f3486574784ff6" /><Relationship Type="http://schemas.openxmlformats.org/officeDocument/2006/relationships/notesMaster" Target="/ppt/notesMasters/notesMaster1.xml" Id="Rd4725cb7b4564f9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a14ecaa7f3a4fa8" /><Relationship Type="http://schemas.openxmlformats.org/officeDocument/2006/relationships/notesMaster" Target="/ppt/notesMasters/notesMaster1.xml" Id="Reefbb804ee494c2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7c3fbb356324326" /><Relationship Type="http://schemas.openxmlformats.org/officeDocument/2006/relationships/notesMaster" Target="/ppt/notesMasters/notesMaster1.xml" Id="R6947be05f2ea4fd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52d30a77dc84a98" /><Relationship Type="http://schemas.openxmlformats.org/officeDocument/2006/relationships/notesMaster" Target="/ppt/notesMasters/notesMaster1.xml" Id="Rd80c5f68578d4b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D:/1/全球AI大赛/2e567d1a-99c1-45ce-8a0f-3d36d11f3314.pdf：官方 PPT 内容框架模板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https://github.com/ASOUL-Official/asoulai-chronosfix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evidence/evaluation-corpus/evaluation-summary.json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docs/semifinal-guide-matrix.md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docs/business-value.md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src/chronosfix/orchestrator.py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evidence/github-pr.json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evidence/run-manifest.json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evidence/agentteams-manifest-validation.json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evidence/trace.jsonl</a:t>
            </a:r>
          </a:p>
          <a:p xmlns:a="http://schemas.openxmlformats.org/drawingml/2006/main">
            <a:r>
              <a:t>docs/agent-identity.md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src/chronosfix/skills/counterfactual_replay.py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tests/test_evaluation.py</a:t>
            </a:r>
          </a:p>
          <a:p xmlns:a="http://schemas.openxmlformats.org/drawingml/2006/main">
            <a:r>
              <a:t>tests/test_risk_gate.py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https://skills.aliyun.com/skills/alibabacloud-sls-query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docs/skill-specs.md</a:t>
            </a:r>
          </a:p>
          <a:p xmlns:a="http://schemas.openxmlformats.org/drawingml/2006/main">
            <a:r>
              <a:t>src/chronosfix/skills/</a:t>
            </a:r>
          </a:p>
          <a:p xmlns:a="http://schemas.openxmlformats.org/drawingml/2006/main">
            <a:r>
              <a:t>src/chronosfix/orchestrator.py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https://skills.aliyun.com/skills/alibabacloud-sls-query</a:t>
            </a:r>
          </a:p>
          <a:p xmlns:a="http://schemas.openxmlformats.org/drawingml/2006/main">
            <a:r>
              <a:t>https://github.com/aliyun/alibabacloud-aiops-skills</a:t>
            </a:r>
          </a:p>
          <a:p xmlns:a="http://schemas.openxmlformats.org/drawingml/2006/main">
            <a:r>
              <a:t>src/chronosfix/cloud_skills.py</a:t>
            </a:r>
          </a:p>
          <a:p xmlns:a="http://schemas.openxmlformats.org/drawingml/2006/main">
            <a:r>
              <a:t>evidence/cloud-skill-sls-dry-run.json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docs/official-infra-mapping.md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evidence/run-manifest.json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evidence/github-pr.json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evidence/evaluation-corpus/evaluation-summary.json</a:t>
            </a:r>
          </a:p>
          <a:p xmlns:a="http://schemas.openxmlformats.org/drawingml/2006/main">
            <a:r>
              <a:t>evidence/evaluation-corpus/evaluation-report.md</a:t>
            </a:r>
          </a:p>
          <a:p xmlns:a="http://schemas.openxmlformats.org/drawingml/2006/main">
            <a:r>
              <a:t>scenarios/evaluation-fixtures/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scenarios/evaluation-fixtures/</a:t>
            </a:r>
          </a:p>
          <a:p xmlns:a="http://schemas.openxmlformats.org/drawingml/2006/main">
            <a:r>
              <a:t>src/chronosfix/evaluation.py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.github/workflows/verify.yml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docs/deployment-and-verification.md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docs/measurement-plan.md</a:t>
            </a:r>
          </a:p>
          <a:p xmlns:a="http://schemas.openxmlformats.org/drawingml/2006/main">
            <a:r>
              <a:t>docs/proof-carrying-change.md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LICENSE</a:t>
            </a:r>
          </a:p>
          <a:p xmlns:a="http://schemas.openxmlformats.org/drawingml/2006/main">
            <a:r>
              <a:t>THIRD_PARTY_NOTICES.md</a:t>
            </a:r>
          </a:p>
          <a:p xmlns:a="http://schemas.openxmlformats.org/drawingml/2006/main">
            <a:r>
              <a:t>SBOM.json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https://github.com/ASOUL-Official/asoulai-chronosfix</a:t>
            </a:r>
          </a:p>
          <a:p xmlns:a="http://schemas.openxmlformats.org/drawingml/2006/main">
            <a:r>
              <a:t>https://asoul-official.github.io/asoulai-chronosfix/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submission/submission-checklist.md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48c7c7aae742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85faed242f4586" /><Relationship Type="http://schemas.openxmlformats.org/officeDocument/2006/relationships/slideLayout" Target="/ppt/slideLayouts/slideLayout1.xml" Id="R540d799d6ece4b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0d799d6ece4b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2f26f48cd44e57" /><Relationship Type="http://schemas.openxmlformats.org/officeDocument/2006/relationships/notesSlide" Target="/ppt/notesSlides/notesSlide1.xml" Id="Ree053eb6340848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f80c710e84f6e" /><Relationship Type="http://schemas.openxmlformats.org/officeDocument/2006/relationships/notesSlide" Target="/ppt/notesSlides/notesSlide2.xml" Id="R842bd8330a8a4f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f1f5817d84ec2" /><Relationship Type="http://schemas.openxmlformats.org/officeDocument/2006/relationships/notesSlide" Target="/ppt/notesSlides/notesSlide3.xml" Id="R8e37276a2f0d41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e826e962e45b2" /><Relationship Type="http://schemas.openxmlformats.org/officeDocument/2006/relationships/notesSlide" Target="/ppt/notesSlides/notesSlide4.xml" Id="Rbf1a63a57fb04d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086b5bb3545ca" /><Relationship Type="http://schemas.openxmlformats.org/officeDocument/2006/relationships/notesSlide" Target="/ppt/notesSlides/notesSlide5.xml" Id="Raa3fdae555eb43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9451f54e894f50" /><Relationship Type="http://schemas.openxmlformats.org/officeDocument/2006/relationships/notesSlide" Target="/ppt/notesSlides/notesSlide6.xml" Id="R5b781505570f49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abd2de8fe4ffc" /><Relationship Type="http://schemas.openxmlformats.org/officeDocument/2006/relationships/notesSlide" Target="/ppt/notesSlides/notesSlide7.xml" Id="R9edd3eb0a83e44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313bf2f0e4176" /><Relationship Type="http://schemas.openxmlformats.org/officeDocument/2006/relationships/notesSlide" Target="/ppt/notesSlides/notesSlide8.xml" Id="R6eba82dabed74ed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94dbc0a764b0f" /><Relationship Type="http://schemas.openxmlformats.org/officeDocument/2006/relationships/notesSlide" Target="/ppt/notesSlides/notesSlide9.xml" Id="Rf118c4b73ccd48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b7a594a134661" /><Relationship Type="http://schemas.openxmlformats.org/officeDocument/2006/relationships/notesSlide" Target="/ppt/notesSlides/notesSlide10.xml" Id="R0276604b62474c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99f8e7e3914824" /><Relationship Type="http://schemas.openxmlformats.org/officeDocument/2006/relationships/notesSlide" Target="/ppt/notesSlides/notesSlide11.xml" Id="Rd2b4340b214f49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ca74b5ebb49ef" /><Relationship Type="http://schemas.openxmlformats.org/officeDocument/2006/relationships/notesSlide" Target="/ppt/notesSlides/notesSlide12.xml" Id="R7df82f0f05234f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7c535eb09459e" /><Relationship Type="http://schemas.openxmlformats.org/officeDocument/2006/relationships/notesSlide" Target="/ppt/notesSlides/notesSlide13.xml" Id="Ra3f7b49c08a14f4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87aa5629e491f" /><Relationship Type="http://schemas.openxmlformats.org/officeDocument/2006/relationships/notesSlide" Target="/ppt/notesSlides/notesSlide14.xml" Id="R835fb0eae0344bb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6d6313b4745cf" /><Relationship Type="http://schemas.openxmlformats.org/officeDocument/2006/relationships/notesSlide" Target="/ppt/notesSlides/notesSlide15.xml" Id="Re2713c9eb8e847e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9177250b5413c" /><Relationship Type="http://schemas.openxmlformats.org/officeDocument/2006/relationships/notesSlide" Target="/ppt/notesSlides/notesSlide16.xml" Id="Rb1e4dd6700364d9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12c1315e64710" /><Relationship Type="http://schemas.openxmlformats.org/officeDocument/2006/relationships/notesSlide" Target="/ppt/notesSlides/notesSlide17.xml" Id="Rbef3446564da4a0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af214f3f843fb" /><Relationship Type="http://schemas.openxmlformats.org/officeDocument/2006/relationships/notesSlide" Target="/ppt/notesSlides/notesSlide18.xml" Id="R697b0831b4b8472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a8e1f6d444f9a" /><Relationship Type="http://schemas.openxmlformats.org/officeDocument/2006/relationships/notesSlide" Target="/ppt/notesSlides/notesSlide19.xml" Id="R275525d542b541d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e204657fc4cfa" /><Relationship Type="http://schemas.openxmlformats.org/officeDocument/2006/relationships/notesSlide" Target="/ppt/notesSlides/notesSlide20.xml" Id="R7737b41146c64ea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2cda54c764893" /><Relationship Type="http://schemas.openxmlformats.org/officeDocument/2006/relationships/notesSlide" Target="/ppt/notesSlides/notesSlide21.xml" Id="R68aafc69c49f4a3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a03f35e94475e" /><Relationship Type="http://schemas.openxmlformats.org/officeDocument/2006/relationships/notesSlide" Target="/ppt/notesSlides/notesSlide22.xml" Id="R7d4efff40a8a4b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新智基座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A-CFX：带证据的软件修复引擎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用多 Agent 把事故变成可验证补丁与可复用质量资产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代码包 · 在线 Demo · 评测 · Trace · 审计证据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777E7E-94EA-444B-BC99-2FABD2E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一页纸速览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564B8-BCDA-4810-8FC1-0187A827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把“会修复”升级为“带证据、可发布、可复用”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E2301-2DBF-4E7B-B3F5-D7A124D9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复赛版补齐 AgentTeams、云 Skill、评测、失败处理、权限与开源规范。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D2485-F15C-4E3F-9B32-B9230C4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5585C-260B-47CC-BC46-F19F2CD1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项目名称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5A123-CCF8-45C2-B3E2-EB4B09C7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 ChronosFix（A-CFX）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带证据的软件修复引擎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BE5CF-D950-4C95-BF5E-C83A199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A9F03-A503-4D9C-879C-266D62B0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问题与场景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B3FBF-FF07-479F-8238-1B8682A8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多源变更下，AI 能给建议，却难证明因果、验证补丁并让组织放心合并。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AEDC1-A891-4B1C-9FEB-8312888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2618-6887-41B1-A2DA-C6721D9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核心方案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792C-BD8F-45AA-9965-E2F988D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个职能 Worker 协同重放事故；10 个 Skill 能力完成因果、验证、门禁与资产沉淀。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270A9-0FD8-465A-BCB8-C8494E7E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8D0CC-1B68-4FE7-B2D7-1E2E5162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创新差异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F8A6A-9490-4C00-B2E2-97B1D818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Proof-Carrying Change + 可辨识性仲裁：无法区分就拒答，证据不全就阻断发布。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D5B26-CB63-41CD-B7F6-131AEAF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AF8CC-79CE-4C70-877C-B6C39DE5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开放复用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4E279-63DC-4E10-9EEA-55C9D3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开放代码、Schema、12 场景、证据护照、AgentTeams v1beta1 资源与评测脚本。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04840-107E-4012-91E8-1252D46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22FB08-2360-40DE-9E67-DCE5F9D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C2626"/>
                </a:solidFill>
              </a:defRPr>
            </a:pPr>
            <a:r>
              <a:rPr sz="1575" b="1">
                <a:solidFill>
                  <a:srgbClr val="DC2626"/>
                </a:solidFill>
              </a:rPr>
              <a:t>当前进展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8B810-C07D-43A2-8EA9-07F8844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36 项测试；9/9 支持范围诊断正确；1/1 冲突安全拒答；2 项边界透明保留。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E3F14-1A67-4506-9410-6A92598F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73238-70F4-41BD-A952-5A45322F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0724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复赛不是加功能列表，而是让每个结论都可核验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围绕完整链路、运行证据、失败处理、权限审批与开放规范升级底层工程。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初赛已交付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场景闭环、7 职能 Agent、9 Skill、确定性 Demo 与公开仓库。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底层逻辑升级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Fail-closed RiskGate、真实 checks、回滚验证、可辨识性仲裁与哈希绑定。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复赛新增证据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资源、官方 SLS Skill 契约、12 场景评测、CI、SBOM 与 Demo 评委模式。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因果仲裁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补丁竞赛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一条 run_id 串联 scenario → experiments → checks → PR → run-manifest。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场景与价值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真正昂贵的不是找答案，而是无法放心合并答案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目标用户：中大型研发组织、平台工程团队、云厂商 DevOps / AIOps 产品线。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事故成本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代码、配置、依赖与流量同窗变化，人工排查慢且知识难沉淀。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组织风险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AI 建议若缺因果、验证、回滚和审批证据，就无法进入发布流程。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购买理由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让每个 PR 自动携带可审查证据，并把事故沉淀为跨团队质量资产。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36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商业命题：不是替代研发判断，而是降低评审证据准备、误合并风险与合规审计成本。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从事故信号到可合并 PR，一条 run_id 贯穿闭环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AgentTeams 负责编排，Skill 负责动作，RiskGate 决定是否允许发布。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任务触发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Issue、日志、Trace、Git、配置与流量进入统一场景契约。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协同执行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Worker 围绕 IncidentState 分工；冲突由反事实与可辨识性仲裁裁决。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生成补丁变更、回滚契约、checks、PR 草案、证据护照与可复用 Skill 候选。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Counterfactual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Fault Genome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门禁护照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安全分支：证据不足、check 失败、回滚缺失或无命名审批人 → draft / blocked。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完整场景链路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同一个事故，输入是场景契约，输出是变更契约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样例：订单创建接口在 120 RPS 下出现 48.72% 失败率与 606.96 ms P99。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scenario.json：事件、基线、假设、补丁候选、变体与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因果结论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连接池缩容是主因；依赖延迟是放大器；日志代码变更非因果。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变更契约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selected: pool_size 8→24；rollback: 24→8；8 个强制变体验证。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quality_gate=passed；release=approved；审批人和理由进入摘要哈希。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18 个实测 Span、3 个必须 checks、15 个主输出文件；全部关联同一 run_id。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Run Manifest 绑定场景、补丁、回滚、审批和产物 SHA-256。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本页数据来自合成确定性回放，不代表真实生产准确率或 MTTR。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174FC-3631-4BD2-9FA3-952FE9D0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51681-6389-477F-A7CC-13444827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第二章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D4896-7538-42CB-82F4-CAE395C1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AgentTeams 多 Agent 协同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CF87-C3CE-446E-BED0-ACA7A55E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必选基座：编排、拆解、上下文、执行、追踪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469E5-980F-4C11-9386-F414E6AF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B15D2-9C53-405D-BF97-D700FE65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多 Agent 协同与自主闭环能力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C708E-9D45-4B00-8E82-98637F1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BF3FF-86FB-417D-840D-9E30ADD5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2502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AgentTeams v1beta1：正式资源已离线校验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 Manager、8 Worker、1 Team、1 Human；Controller / Matrix 尚未执行。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状态协调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Team Leader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证据融合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角色编排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Team leader / Worker 分工
Human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资源证据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11 份声明校验通过
依赖版本已锁定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执行边界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compatible mapping
非真实 Worker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角色靠状态契约协同，而不是在聊天室投票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 Worker 只写负责的状态分区；Commander 只做路由、裁决与升级。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Intake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接收事件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校验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合并证据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重建时间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登记假设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干预契约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可辨识性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补丁候选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回滚契约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变体验证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真实 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审批审计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资产沉淀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上下文传递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IncidentState + Schema
实验 / 补丁 /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状态追踪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run / trace / parent
Agent / check / PR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异常分支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missing / indeterminate
高风险→Human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因果治理与发布安全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先证明“能区分”，再决定“能发布”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可辨识性仲裁与 RiskGate 分别解决“结论可靠”和“动作可放行”。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同干预冲突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多个来源假设若映射到相同干预，统一降级为 indeterminate。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无主因证据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没有可辨识 primary cause 时，counterfactual check 失败并阻断 PR 放行。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验证不完整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强制变体、Evidence Passport、回滚或 required checks 任一缺失即 fail closed。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中高风险审批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必须提供命名审批人和理由；布尔 approve 不能替代人工身份。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quality_gate 与 release_decision 分离：技术通过不等于已获发布授权。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approval digest 绑定 scenario hash、patch hash、patch id 与 policy version。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证据不足时给出 blocker，而不是为了 Demo 生成绿色成功状态。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A6C68-A8E7-4B83-A962-7BE1882A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56205-4B6A-4D4A-B00C-A3080223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第三章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D042B-FFA3-4127-A5F7-17AF375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Skill 工程与云操作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75583-44CC-498F-AE05-8ABE0EA9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核心 Skill、官方云 Skill、鉴权、失败处理与生命周期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AB388-EAC4-4ED1-8DA8-3097788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20AE0-4968-4A51-89A3-960A937C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Skill 工程体系与生态复用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FEF93-2460-4CB1-9632-C34D8E39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2E01D7-7639-4C3A-A368-8FE8EAF0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5722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41772-A10F-45D8-A53B-155C5FD9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Skill 工程体系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88AD7-A3DA-4B6F-A9F2-F224AACB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10 个 Skill 能力覆盖证据、因果、验证与资产复用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8A44-E822-4990-8D67-2B98A0C4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每项能力都有稳定契约、权限边界、验证方式和版本演进路径。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33599-8209-4F20-988E-066B83A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CE5F1-B31A-4D33-93CC-8376BF2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EvidenceFusion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26759-81C2-4F4B-89E4-AF84C07B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多源证据与缺口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D3E7A-4D92-434E-B9A1-59E257A8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55680-843F-48DB-A7DA-FBE225EB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ChangeTimeline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FE4B4-31EE-4C18-8C33-51B11BA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时序对齐与去重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A0406-01C0-40D9-A809-5D2C5B4B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177B3-B41C-4D27-BD9E-BCA287D2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CounterfactualReplay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3EA37-BD3E-4C80-9D68-9F694CC2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干预效果回放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9BD8C-F6C5-4DCA-A047-B20D08FD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0F967-0D72-4BFF-8848-C918858B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Identifiability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66D0B-2112-4FFB-B03E-8C85F3A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同干预冲突仲裁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F85A7-7494-46BD-B803-593CC9F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D7645-498F-4FDF-ABC0-8DDC646D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FaultGenome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578A8-6A73-42A8-9E15-8549A5F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故障变体生成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BC87B-7177-4D8F-BAF3-5D717ABE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C4F3C5-02A9-4EB0-BC90-2F4BF36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PatchTournament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933A0-4008-4C24-8D6A-EE702E3F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补丁竞赛评分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64011-8D78-4D61-A553-9E2F2F80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6C7D0-762B-4788-8E4D-AD8F169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6634D-2057-4F50-AAC2-5C337AFB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三态门禁审批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06B367-9967-4E63-AFD8-9D21900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4A285-AB67-415F-8D8F-F42D372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EvidencePassport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CF96D6-1F0B-4A25-B064-BE030ED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证明与缺口声明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94872-2FCA-4720-B37C-6260B2A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A2CBB3-4237-4BB7-8336-B3CBD7AA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Report + SkillForge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D68A70-AD09-4A0B-A3FD-EDA6D8A5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报告与复用候选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25F8E-A654-48A9-A0F1-EE40A782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生命周期：候选 → 回放评测 → 人工评审 → 版本发布 → 监控 → 回滚；新 Skill 不自动上线。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A00853-0293-49DA-829E-64DC248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21243-7B3A-4565-9368-2B706A27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79431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官方云 Skill 接入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官方 SLS Skill 已进入 Worker 工具契约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默认 dry-run；真实查询需要参赛者在本地配置只读 RAM Profile。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官方来源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skills.aliyun.com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alibabacloud-sls-query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上游 commit 已锁定。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鉴权边界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RAM Profile / 环境凭证
密钥不落盘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Worker 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GetIndex / GetLogsV2
窗口≤24h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失败处理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先做 Schema 校验
CLI / 权限错误入审计
返回 evidence missing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最小 RAM 权限：log:GetIndex、log:GetLogStoreLogs；User-Agent 标注 Skill 来源。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已完成 adapter 契约测试与 dry-run 证据；没有声称成功访问真实 SLS。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真实端到端验证需要 Project、Logstore 和只读 RAM Profile，且不会要求在聊天中粘贴密钥。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技术架构与迁移边界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不堆产品：先有证据闭环，再平滑迁移云上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每个推荐组件都说明必要性、权限边界、可替换性与迁移成本。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当前已实现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资源、本地内核、SLS 只读适配器、JSON 证据与 GitHub 草案。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已验证契约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Schema、鉴权、错误、审批、回滚、审计均有文档和测试。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生产化目标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 / Nacos / Higress
PolarDB / RocketMQ / 可观测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能力域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当前可验证实现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目标组件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协同 / 治理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v1beta1 声明 + 本地编排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AgentTeams + Nacos + Higress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数据 / 事件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JSON / JSONL + Run Manifest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PolarDB + UnifiedModel + RocketMQ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可观测 / 评测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Trace / Log / Metrics + 12 场景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LoongSuite + Studio / AgentLoop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A46C1-937A-4A48-97D6-73B1C855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A162E-D300-4818-B041-EC02C6D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第四章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2F97D-C1F9-4355-85B6-C37D993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工程验证、安全与可审计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AD024-2F77-41F6-B103-D00EB10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对应官方 PPT 框架与评分维度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6FDD4-00EA-44C0-A283-875D88A8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F6341-2712-4C0B-BAF3-5E440BF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工程落地与安全可审计 20%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4725C-D44C-4BBA-A9C3-6867931B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05F19-33D9-4131-B6FD-6276650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887948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运行证据链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一次运行不是截图，而是一组互相绑定的证据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scenario、patch、rollback、approval 与 15 个输出文件由 run-manifest 哈希绑定。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Span；起止时间、duration 与 parent span 全部实测。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反事实、故障变体、回滚契约 3 项 required checks 全部执行并记录 exit code。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quality_gate=passed；release=approved；命名审批人、理由与策略版本可追溯。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场景、变更、回滚、审批输入和每个证据文件均记录 SHA-256。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Metrics 明确区分 measured / derived；外部工具未调用时 success_rate=null。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草案直接读取选中 changes、rollback_changes、checks 与 gate，不再硬编码成功。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当前主证据 run_id：run-1dc8539c…；trace_id：2c597183…；可在 evidence/ 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Golden / Badcase 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评测不藏失败：9/9 正确诊断，1/1 安全拒答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12 个合成场景：9 Golden、2 Badcase、1 Insufficient Evidence；不代表生产准确率。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Golden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当前确定性模拟器支持范围内 9/9 命中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冲突拒答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相同干预对应多个来源假设时 1/1 安全 abstain。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已知漏诊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代码版本与队列积压尚未建模，2 项 Badcase 不计入成功。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总样例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10/12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达成预期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受支持诊断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冲突拒答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意外强行归因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口径：9/9 与 1/1 是合成确定性回放结果；两项 unsupported 漏诊透明保留。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失败案例与能力边界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Badcase 公开保留，边界才能变成路线图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不受支持的根因不强行归因；可辨识性不足时明确 abstain。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代码回归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code_version 只作哨兵，尚未进入行为模型；当前漏诊并阻断发布。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队列积压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队列深度与消费速率尚未建模；不冒充 RocketMQ 根因回放。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来源冲突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两个来源假设映射到同一干预时标记 indeterminate，等待来源级证据。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样例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系统行为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indeterminate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待来源级证据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部署与复现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评委可以按 README 从零复现核心闭环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依赖、配置、样例输入输出、资源声明和运行证据全部进入仓库。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核心入口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demo.py --approve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--approver &lt;name&gt;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--approval-reason &lt;reason&gt;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AgentTeams 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agentteams/run_chronosfix_team.py 输出 compatible transcript 与同源证据。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契约与 CI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scenario.schema.json + v1beta1 校验；Python 3.10–3.12 跑 36 项测试。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Demo 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GitHub Pages 静态站读取生成的 demo-data.json；不保存凭证，不写生产。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CI 同时运行 12 场景评测、严格 JSON/JSONL 校验与 AgentTeams 资源校验。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核心运行仅依赖 Python 标准库；可选 PyYAML 用于资源声明验证。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本地执行、dry-run 和真实外部执行在 UI、日志与文档中使用不同状态标签。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商业化卖的不是改代码，而是变更治理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以 DevOps / AIOps 增值模块切入，逐步形成组织级质量资产网络。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团队试点版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Incident→PR 证据闭环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可复现评测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人工审批与回滚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企业集成版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 / CI / 日志 / SSO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私有部署与审计导出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策略治理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平台生态版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跨团队 Skill Registry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故障基因库与 Benchmark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质量资产复用网络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采购角色：平台工程、研发效能、SRE 与云厂商；收费可采用订阅 + 集成 + 私有部署。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价值指标：评审耗时、误合并率、回滚恢复时长、审计准备成本；真实收益需通过试点测量。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开放核心协议与评测，生产执行保持最小权限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开源让方法可复核，权限边界让企业敢接入。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已开放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代码、Schema、12 场景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Skill、证据格式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评测与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合规边界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Apache-2.0、SBOM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合成数据；不提交密钥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第三方依赖披露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下一阶段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AgentTeams Runtime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SLS / MCP / RAG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AgentLoop / Studio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当前状态：Controller / Matrix 尚未执行；真实 SLS 需要本地只读凭证；其余推荐组件为迁移目标。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原则：组件数量不计分；只在闭环证据需要时引入，并披露替换原因与迁移成本。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团队与提交物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交付完整复赛包，不只是一个概念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方案、代码、Demo、评测、Trace、审计和开放计划均可独立进入与复核。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队伍名称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作品名称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 ChronosFix：带证据的软件修复引擎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https://asoul-official.github.io/asoulai-chronosfix/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代码仓库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github.com/ASOUL-Official/
asoulai-chronosfix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方案材料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submission/ChronosFix_复赛方案.pptx / 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可验证证据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evidence/ + evaluation-corpus/ + run-manifest.json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根因可证明｜补丁可验证｜发布可审计｜经验可复用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A-CFX：让每次软件修复都携带证据，让每次事故都沉淀为质量资产。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2026-08-25T08:48:29.5090000Z</dcterms:created>
  <dcterms:modified xsi:type="dcterms:W3CDTF">2026-08-25T08:48:29.5090000Z</dcterms:modified>
</coreProperties>
</file>