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7131ad993245a8" /><Relationship Type="http://schemas.openxmlformats.org/officeDocument/2006/relationships/extended-properties" Target="/docProps/app.xml" Id="Rd8f037a051d44860" /><Relationship Type="http://schemas.openxmlformats.org/officeDocument/2006/relationships/officeDocument" Target="/ppt/presentation.xml" Id="R2179c9c22d4843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a81184f5d742a2"/>
  </p:sldMasterIdLst>
  <p:notesMasterIdLst>
    <p:notesMasterId xmlns:r="http://schemas.openxmlformats.org/officeDocument/2006/relationships" r:id="R63aa9543df3b41a6"/>
  </p:notesMasterIdLst>
  <p:sldIdLst>
    <p:sldId xmlns:r="http://schemas.openxmlformats.org/officeDocument/2006/relationships" id="256" r:id="R80bd5fbf35244a5d"/>
    <p:sldId xmlns:r="http://schemas.openxmlformats.org/officeDocument/2006/relationships" id="257" r:id="Reda0107e1bb64fd3"/>
    <p:sldId xmlns:r="http://schemas.openxmlformats.org/officeDocument/2006/relationships" id="258" r:id="R1d627cadf16441c8"/>
    <p:sldId xmlns:r="http://schemas.openxmlformats.org/officeDocument/2006/relationships" id="259" r:id="Rd9a023dadcbe4e3e"/>
    <p:sldId xmlns:r="http://schemas.openxmlformats.org/officeDocument/2006/relationships" id="260" r:id="R854f5fc86e8c45e9"/>
    <p:sldId xmlns:r="http://schemas.openxmlformats.org/officeDocument/2006/relationships" id="261" r:id="Rf25ec455d2cc41d6"/>
    <p:sldId xmlns:r="http://schemas.openxmlformats.org/officeDocument/2006/relationships" id="262" r:id="R80426faa88bc4928"/>
    <p:sldId xmlns:r="http://schemas.openxmlformats.org/officeDocument/2006/relationships" id="263" r:id="R5ab338286ff54fdf"/>
    <p:sldId xmlns:r="http://schemas.openxmlformats.org/officeDocument/2006/relationships" id="264" r:id="Refff805f22594af4"/>
    <p:sldId xmlns:r="http://schemas.openxmlformats.org/officeDocument/2006/relationships" id="265" r:id="R1ecd82038dbc4cfa"/>
    <p:sldId xmlns:r="http://schemas.openxmlformats.org/officeDocument/2006/relationships" id="266" r:id="R097a4e6fe7094f2b"/>
    <p:sldId xmlns:r="http://schemas.openxmlformats.org/officeDocument/2006/relationships" id="267" r:id="Rd646b51aa1cf42b8"/>
    <p:sldId xmlns:r="http://schemas.openxmlformats.org/officeDocument/2006/relationships" id="268" r:id="Rf08c442c768b4dff"/>
    <p:sldId xmlns:r="http://schemas.openxmlformats.org/officeDocument/2006/relationships" id="269" r:id="R9472a1b948de46e0"/>
    <p:sldId xmlns:r="http://schemas.openxmlformats.org/officeDocument/2006/relationships" id="270" r:id="Rb978ba73858849f8"/>
    <p:sldId xmlns:r="http://schemas.openxmlformats.org/officeDocument/2006/relationships" id="271" r:id="R76667f43638c4022"/>
    <p:sldId xmlns:r="http://schemas.openxmlformats.org/officeDocument/2006/relationships" id="272" r:id="R001f09c438eb4b55"/>
    <p:sldId xmlns:r="http://schemas.openxmlformats.org/officeDocument/2006/relationships" id="273" r:id="Rfb95144ffb554437"/>
    <p:sldId xmlns:r="http://schemas.openxmlformats.org/officeDocument/2006/relationships" id="274" r:id="R6af0650aefb543d3"/>
    <p:sldId xmlns:r="http://schemas.openxmlformats.org/officeDocument/2006/relationships" id="275" r:id="R5ac2fae20a0248a1"/>
    <p:sldId xmlns:r="http://schemas.openxmlformats.org/officeDocument/2006/relationships" id="276" r:id="Rc4386fd175bd4617"/>
    <p:sldId xmlns:r="http://schemas.openxmlformats.org/officeDocument/2006/relationships" id="277" r:id="Rf3a9770234af4a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107da40e2545d7" /><Relationship Type="http://schemas.openxmlformats.org/officeDocument/2006/relationships/slideMaster" Target="/ppt/slideMasters/slideMaster1.xml" Id="Rbca81184f5d742a2" /><Relationship Type="http://schemas.openxmlformats.org/officeDocument/2006/relationships/notesMaster" Target="/ppt/notesMasters/notesMaster1.xml" Id="R63aa9543df3b41a6" /><Relationship Type="http://schemas.openxmlformats.org/officeDocument/2006/relationships/presProps" Target="/ppt/presProps.xml" Id="R616c32d89f4840de" /><Relationship Type="http://schemas.openxmlformats.org/officeDocument/2006/relationships/tableStyles" Target="/ppt/tableStyles.xml" Id="Rb082eb453ade4f15" /><Relationship Type="http://schemas.openxmlformats.org/officeDocument/2006/relationships/slide" Target="/ppt/slides/slide1.xml" Id="R80bd5fbf35244a5d" /><Relationship Type="http://schemas.openxmlformats.org/officeDocument/2006/relationships/slide" Target="/ppt/slides/slide2.xml" Id="Reda0107e1bb64fd3" /><Relationship Type="http://schemas.openxmlformats.org/officeDocument/2006/relationships/slide" Target="/ppt/slides/slide3.xml" Id="R1d627cadf16441c8" /><Relationship Type="http://schemas.openxmlformats.org/officeDocument/2006/relationships/slide" Target="/ppt/slides/slide4.xml" Id="Rd9a023dadcbe4e3e" /><Relationship Type="http://schemas.openxmlformats.org/officeDocument/2006/relationships/slide" Target="/ppt/slides/slide5.xml" Id="R854f5fc86e8c45e9" /><Relationship Type="http://schemas.openxmlformats.org/officeDocument/2006/relationships/slide" Target="/ppt/slides/slide6.xml" Id="Rf25ec455d2cc41d6" /><Relationship Type="http://schemas.openxmlformats.org/officeDocument/2006/relationships/slide" Target="/ppt/slides/slide7.xml" Id="R80426faa88bc4928" /><Relationship Type="http://schemas.openxmlformats.org/officeDocument/2006/relationships/slide" Target="/ppt/slides/slide8.xml" Id="R5ab338286ff54fdf" /><Relationship Type="http://schemas.openxmlformats.org/officeDocument/2006/relationships/slide" Target="/ppt/slides/slide9.xml" Id="Refff805f22594af4" /><Relationship Type="http://schemas.openxmlformats.org/officeDocument/2006/relationships/slide" Target="/ppt/slides/slide10.xml" Id="R1ecd82038dbc4cfa" /><Relationship Type="http://schemas.openxmlformats.org/officeDocument/2006/relationships/slide" Target="/ppt/slides/slide11.xml" Id="R097a4e6fe7094f2b" /><Relationship Type="http://schemas.openxmlformats.org/officeDocument/2006/relationships/slide" Target="/ppt/slides/slide12.xml" Id="Rd646b51aa1cf42b8" /><Relationship Type="http://schemas.openxmlformats.org/officeDocument/2006/relationships/slide" Target="/ppt/slides/slide13.xml" Id="Rf08c442c768b4dff" /><Relationship Type="http://schemas.openxmlformats.org/officeDocument/2006/relationships/slide" Target="/ppt/slides/slide14.xml" Id="R9472a1b948de46e0" /><Relationship Type="http://schemas.openxmlformats.org/officeDocument/2006/relationships/slide" Target="/ppt/slides/slide15.xml" Id="Rb978ba73858849f8" /><Relationship Type="http://schemas.openxmlformats.org/officeDocument/2006/relationships/slide" Target="/ppt/slides/slide16.xml" Id="R76667f43638c4022" /><Relationship Type="http://schemas.openxmlformats.org/officeDocument/2006/relationships/slide" Target="/ppt/slides/slide17.xml" Id="R001f09c438eb4b55" /><Relationship Type="http://schemas.openxmlformats.org/officeDocument/2006/relationships/slide" Target="/ppt/slides/slide18.xml" Id="Rfb95144ffb554437" /><Relationship Type="http://schemas.openxmlformats.org/officeDocument/2006/relationships/slide" Target="/ppt/slides/slide19.xml" Id="R6af0650aefb543d3" /><Relationship Type="http://schemas.openxmlformats.org/officeDocument/2006/relationships/slide" Target="/ppt/slides/slide20.xml" Id="R5ac2fae20a0248a1" /><Relationship Type="http://schemas.openxmlformats.org/officeDocument/2006/relationships/slide" Target="/ppt/slides/slide21.xml" Id="Rc4386fd175bd4617" /><Relationship Type="http://schemas.openxmlformats.org/officeDocument/2006/relationships/slide" Target="/ppt/slides/slide22.xml" Id="Rf3a9770234af4a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2c215083e74d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353eb1850e4d03" /><Relationship Type="http://schemas.openxmlformats.org/officeDocument/2006/relationships/notesMaster" Target="/ppt/notesMasters/notesMaster1.xml" Id="R93843890ce7440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aab46be5aec4e16" /><Relationship Type="http://schemas.openxmlformats.org/officeDocument/2006/relationships/notesMaster" Target="/ppt/notesMasters/notesMaster1.xml" Id="Rc1b664e45c0740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c0f1d0569244f0" /><Relationship Type="http://schemas.openxmlformats.org/officeDocument/2006/relationships/notesMaster" Target="/ppt/notesMasters/notesMaster1.xml" Id="Rcd3faa5270ca43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b4fe955e6d404e" /><Relationship Type="http://schemas.openxmlformats.org/officeDocument/2006/relationships/notesMaster" Target="/ppt/notesMasters/notesMaster1.xml" Id="R9f7ad547956648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bb703ec3264c16" /><Relationship Type="http://schemas.openxmlformats.org/officeDocument/2006/relationships/notesMaster" Target="/ppt/notesMasters/notesMaster1.xml" Id="R2e0e9688535743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53b53312a9452b" /><Relationship Type="http://schemas.openxmlformats.org/officeDocument/2006/relationships/notesMaster" Target="/ppt/notesMasters/notesMaster1.xml" Id="R6b422efd0eb34c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ecd55bacb1445c" /><Relationship Type="http://schemas.openxmlformats.org/officeDocument/2006/relationships/notesMaster" Target="/ppt/notesMasters/notesMaster1.xml" Id="Re7463810079e4e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767a2947a04eef" /><Relationship Type="http://schemas.openxmlformats.org/officeDocument/2006/relationships/notesMaster" Target="/ppt/notesMasters/notesMaster1.xml" Id="R9c42e51dc49643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8333116e96496a" /><Relationship Type="http://schemas.openxmlformats.org/officeDocument/2006/relationships/notesMaster" Target="/ppt/notesMasters/notesMaster1.xml" Id="R712b3531b98142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0185d5755344d4" /><Relationship Type="http://schemas.openxmlformats.org/officeDocument/2006/relationships/notesMaster" Target="/ppt/notesMasters/notesMaster1.xml" Id="R83397e7584d94b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badec46b4e4607" /><Relationship Type="http://schemas.openxmlformats.org/officeDocument/2006/relationships/notesMaster" Target="/ppt/notesMasters/notesMaster1.xml" Id="Rd3b7fc805b0447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c7ba419a874039" /><Relationship Type="http://schemas.openxmlformats.org/officeDocument/2006/relationships/notesMaster" Target="/ppt/notesMasters/notesMaster1.xml" Id="R4e2d11e3112143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54ef94544f4f2c" /><Relationship Type="http://schemas.openxmlformats.org/officeDocument/2006/relationships/notesMaster" Target="/ppt/notesMasters/notesMaster1.xml" Id="Re0683f951d5b4bb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7768c9c5524387" /><Relationship Type="http://schemas.openxmlformats.org/officeDocument/2006/relationships/notesMaster" Target="/ppt/notesMasters/notesMaster1.xml" Id="R8a922697fa834f1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b55e69f3d434cfe" /><Relationship Type="http://schemas.openxmlformats.org/officeDocument/2006/relationships/notesMaster" Target="/ppt/notesMasters/notesMaster1.xml" Id="Rd732603ac3c147f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f497529b32940b5" /><Relationship Type="http://schemas.openxmlformats.org/officeDocument/2006/relationships/notesMaster" Target="/ppt/notesMasters/notesMaster1.xml" Id="R0182325a8af8402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5118de46fb4638" /><Relationship Type="http://schemas.openxmlformats.org/officeDocument/2006/relationships/notesMaster" Target="/ppt/notesMasters/notesMaster1.xml" Id="R97cf423c154f438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c3c25d22cb43f3" /><Relationship Type="http://schemas.openxmlformats.org/officeDocument/2006/relationships/notesMaster" Target="/ppt/notesMasters/notesMaster1.xml" Id="R613f25eb185841e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11490683eea46cb" /><Relationship Type="http://schemas.openxmlformats.org/officeDocument/2006/relationships/notesMaster" Target="/ppt/notesMasters/notesMaster1.xml" Id="R171ee4e3b4bb499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48cef964a244b9c" /><Relationship Type="http://schemas.openxmlformats.org/officeDocument/2006/relationships/notesMaster" Target="/ppt/notesMasters/notesMaster1.xml" Id="Re8aca25345f545d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940bdbf300a4035" /><Relationship Type="http://schemas.openxmlformats.org/officeDocument/2006/relationships/notesMaster" Target="/ppt/notesMasters/notesMaster1.xml" Id="R695771e8f36a4be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d8f67b85d284c29" /><Relationship Type="http://schemas.openxmlformats.org/officeDocument/2006/relationships/notesMaster" Target="/ppt/notesMasters/notesMaster1.xml" Id="R91aa0bd01ad24f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b01cd7b5f84f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b4c5fd3a774e17" /><Relationship Type="http://schemas.openxmlformats.org/officeDocument/2006/relationships/slideLayout" Target="/ppt/slideLayouts/slideLayout1.xml" Id="R82ebded4e8e541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ebded4e8e541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5642c005143c2" /><Relationship Type="http://schemas.openxmlformats.org/officeDocument/2006/relationships/notesSlide" Target="/ppt/notesSlides/notesSlide1.xml" Id="R52ea910b6d6440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0d1360b704251" /><Relationship Type="http://schemas.openxmlformats.org/officeDocument/2006/relationships/notesSlide" Target="/ppt/notesSlides/notesSlide2.xml" Id="Rd30d5035a8e3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7a9207492b4462" /><Relationship Type="http://schemas.openxmlformats.org/officeDocument/2006/relationships/notesSlide" Target="/ppt/notesSlides/notesSlide3.xml" Id="R7d4d57e1d06f48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e93183d6f46f1" /><Relationship Type="http://schemas.openxmlformats.org/officeDocument/2006/relationships/notesSlide" Target="/ppt/notesSlides/notesSlide4.xml" Id="R7551692a309e4e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5a573687c4ce3" /><Relationship Type="http://schemas.openxmlformats.org/officeDocument/2006/relationships/notesSlide" Target="/ppt/notesSlides/notesSlide5.xml" Id="Rbf82fdf99dda49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e7cc0bfc04598" /><Relationship Type="http://schemas.openxmlformats.org/officeDocument/2006/relationships/notesSlide" Target="/ppt/notesSlides/notesSlide6.xml" Id="Rf8918277456f45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0568706184fc5" /><Relationship Type="http://schemas.openxmlformats.org/officeDocument/2006/relationships/notesSlide" Target="/ppt/notesSlides/notesSlide7.xml" Id="R53312d55ad4b41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8c28b34824505" /><Relationship Type="http://schemas.openxmlformats.org/officeDocument/2006/relationships/notesSlide" Target="/ppt/notesSlides/notesSlide8.xml" Id="R1240aeb6752c49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b6c3044614a73" /><Relationship Type="http://schemas.openxmlformats.org/officeDocument/2006/relationships/notesSlide" Target="/ppt/notesSlides/notesSlide9.xml" Id="Rb2ad1867191549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f05490b45c4350" /><Relationship Type="http://schemas.openxmlformats.org/officeDocument/2006/relationships/notesSlide" Target="/ppt/notesSlides/notesSlide10.xml" Id="R6a3ee5a4457b4b8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9cc7f7367d4ec4" /><Relationship Type="http://schemas.openxmlformats.org/officeDocument/2006/relationships/notesSlide" Target="/ppt/notesSlides/notesSlide11.xml" Id="R7cc0bacee38649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da22139804b2a" /><Relationship Type="http://schemas.openxmlformats.org/officeDocument/2006/relationships/notesSlide" Target="/ppt/notesSlides/notesSlide12.xml" Id="Rb298c9a9e5ec4b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ae91c9c5d4918" /><Relationship Type="http://schemas.openxmlformats.org/officeDocument/2006/relationships/notesSlide" Target="/ppt/notesSlides/notesSlide13.xml" Id="R9a5faae42d0149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a6c9d8d514c94" /><Relationship Type="http://schemas.openxmlformats.org/officeDocument/2006/relationships/notesSlide" Target="/ppt/notesSlides/notesSlide14.xml" Id="R7ad7c06ecd4a4f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3d7477f2d4e53" /><Relationship Type="http://schemas.openxmlformats.org/officeDocument/2006/relationships/notesSlide" Target="/ppt/notesSlides/notesSlide15.xml" Id="R63a5d9b126764f1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12b55ee524644" /><Relationship Type="http://schemas.openxmlformats.org/officeDocument/2006/relationships/notesSlide" Target="/ppt/notesSlides/notesSlide16.xml" Id="R2beefb2986f647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b22b5192645d9" /><Relationship Type="http://schemas.openxmlformats.org/officeDocument/2006/relationships/notesSlide" Target="/ppt/notesSlides/notesSlide17.xml" Id="R6966fb5bcaca40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27085eb9047ce" /><Relationship Type="http://schemas.openxmlformats.org/officeDocument/2006/relationships/notesSlide" Target="/ppt/notesSlides/notesSlide18.xml" Id="R8f21525fb76841c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976b0f8384c41" /><Relationship Type="http://schemas.openxmlformats.org/officeDocument/2006/relationships/notesSlide" Target="/ppt/notesSlides/notesSlide19.xml" Id="R70a3f61cb456462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1af947c554a4e" /><Relationship Type="http://schemas.openxmlformats.org/officeDocument/2006/relationships/notesSlide" Target="/ppt/notesSlides/notesSlide20.xml" Id="R672cf4b100d1400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32ab19498401f" /><Relationship Type="http://schemas.openxmlformats.org/officeDocument/2006/relationships/notesSlide" Target="/ppt/notesSlides/notesSlide21.xml" Id="Rb0d1649eec3a408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6cc7bc98f46a0" /><Relationship Type="http://schemas.openxmlformats.org/officeDocument/2006/relationships/notesSlide" Target="/ppt/notesSlides/notesSlide22.xml" Id="Rf7d322c0d3344a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A-CFX：带证据的软件修复引擎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用多 Agent 把事故变成可验证补丁与可复用质量资产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把“会修复”升级为“带证据、可发布、可复用”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 AgentTeams、云 Skill、评测、失败处理、权限与开源规范。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带证据的软件修复引擎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个职能 Worker 协同重放事故；10 个 Skill 能力完成因果、验证、门禁与资产沉淀。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可辨识性仲裁：无法区分就拒答，证据不全就阻断发布。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66 项测试；9/9 支持范围诊断正确；1/1 冲突安全拒答；2 项边界透明保留。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4 个候选补丁在同一故障族上竞争；胜者 P-RESTORE-POOL 进入 RiskGate。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个实测 Span、3 个必须 checks、20 项发布工件；全部关联同一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v1beta1：正式资源已离线校验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证据驱动 DAG；4 个候选在同一故障族上竞争，revision 共享状态。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角色靠状态契约协同，而不是在聊天室投票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 Worker 只写负责的状态分区；Commander 只做路由、裁决与升级。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Schema
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parent
Agent / check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missing / indeterminate
高风险→Human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每项能力都有稳定契约、权限边界、验证方式和版本演进路径。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个实测 Span；`patch_tournament_completed` 将 4 个候选排名写入 Matrix 事件流。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 与 20 项发布工件由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明确区分 measured / derived；外部工具未调用时 success_rate=null。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 release_id：acfx-5be047a48f03；run_id / trace_id 可在 evidence/ 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 compatible transcript 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个实测 Span；20 项发布工件与源码锚点由 release-manifest 统一校验。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当前状态：Controller / Matrix 尚未执行；真实 SLS 需要本地只读凭证；其余推荐组件为迁移目标。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ChronosFix：带证据的软件修复引擎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根因可证明｜补丁可验证｜发布可审计｜经验可复用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A-CFX：让每次软件修复都携带证据，让每次事故都沉淀为质量资产。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2026-09-02T05:18:06.7100000Z</dcterms:created>
  <dcterms:modified xsi:type="dcterms:W3CDTF">2026-09-02T05:18:06.7100000Z</dcterms:modified>
</coreProperties>
</file>