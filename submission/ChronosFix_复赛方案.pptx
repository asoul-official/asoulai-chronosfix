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73da557b5bc44c5" /><Relationship Type="http://schemas.openxmlformats.org/officeDocument/2006/relationships/extended-properties" Target="/docProps/app.xml" Id="R2ffc9829cf254bc5" /><Relationship Type="http://schemas.openxmlformats.org/officeDocument/2006/relationships/officeDocument" Target="/ppt/presentation.xml" Id="R64b3f58fb1b64a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8f0fc3f40114634"/>
  </p:sldMasterIdLst>
  <p:notesMasterIdLst>
    <p:notesMasterId xmlns:r="http://schemas.openxmlformats.org/officeDocument/2006/relationships" r:id="Re07af39a8f9e4e08"/>
  </p:notesMasterIdLst>
  <p:sldIdLst>
    <p:sldId xmlns:r="http://schemas.openxmlformats.org/officeDocument/2006/relationships" id="256" r:id="Reaac42e0590d45fe"/>
    <p:sldId xmlns:r="http://schemas.openxmlformats.org/officeDocument/2006/relationships" id="257" r:id="Rf95d9629e69e469b"/>
    <p:sldId xmlns:r="http://schemas.openxmlformats.org/officeDocument/2006/relationships" id="258" r:id="R7ef7d69b68d74b6f"/>
    <p:sldId xmlns:r="http://schemas.openxmlformats.org/officeDocument/2006/relationships" id="259" r:id="R525325b445e24dd3"/>
    <p:sldId xmlns:r="http://schemas.openxmlformats.org/officeDocument/2006/relationships" id="260" r:id="R9720f5235de84609"/>
    <p:sldId xmlns:r="http://schemas.openxmlformats.org/officeDocument/2006/relationships" id="261" r:id="Rb16b82cb18fa4f23"/>
    <p:sldId xmlns:r="http://schemas.openxmlformats.org/officeDocument/2006/relationships" id="262" r:id="R907cb1a58a6341f1"/>
    <p:sldId xmlns:r="http://schemas.openxmlformats.org/officeDocument/2006/relationships" id="263" r:id="Rc5ece80204704d56"/>
    <p:sldId xmlns:r="http://schemas.openxmlformats.org/officeDocument/2006/relationships" id="264" r:id="Rd32b417b89584b68"/>
    <p:sldId xmlns:r="http://schemas.openxmlformats.org/officeDocument/2006/relationships" id="265" r:id="R512c99b9b29d4e84"/>
    <p:sldId xmlns:r="http://schemas.openxmlformats.org/officeDocument/2006/relationships" id="266" r:id="R0f43fcb320724c81"/>
    <p:sldId xmlns:r="http://schemas.openxmlformats.org/officeDocument/2006/relationships" id="267" r:id="R83a9a7056a104fb6"/>
    <p:sldId xmlns:r="http://schemas.openxmlformats.org/officeDocument/2006/relationships" id="268" r:id="R371c3770aa6e41c6"/>
    <p:sldId xmlns:r="http://schemas.openxmlformats.org/officeDocument/2006/relationships" id="269" r:id="R183ef11ad0be46e5"/>
    <p:sldId xmlns:r="http://schemas.openxmlformats.org/officeDocument/2006/relationships" id="270" r:id="R7e0b0bf6a7bb42ab"/>
    <p:sldId xmlns:r="http://schemas.openxmlformats.org/officeDocument/2006/relationships" id="271" r:id="Ra0984070e2f241bd"/>
    <p:sldId xmlns:r="http://schemas.openxmlformats.org/officeDocument/2006/relationships" id="272" r:id="R243c10eaad104720"/>
    <p:sldId xmlns:r="http://schemas.openxmlformats.org/officeDocument/2006/relationships" id="273" r:id="R4bdbdc40b9e746ec"/>
    <p:sldId xmlns:r="http://schemas.openxmlformats.org/officeDocument/2006/relationships" id="274" r:id="Rfd4b89e8515b42a9"/>
    <p:sldId xmlns:r="http://schemas.openxmlformats.org/officeDocument/2006/relationships" id="275" r:id="Raa9b7c31832645a9"/>
    <p:sldId xmlns:r="http://schemas.openxmlformats.org/officeDocument/2006/relationships" id="276" r:id="Re6080525c2b2400e"/>
    <p:sldId xmlns:r="http://schemas.openxmlformats.org/officeDocument/2006/relationships" id="277" r:id="Rf21be10f9b7547a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cb9497968e44af" /><Relationship Type="http://schemas.openxmlformats.org/officeDocument/2006/relationships/slideMaster" Target="/ppt/slideMasters/slideMaster1.xml" Id="R38f0fc3f40114634" /><Relationship Type="http://schemas.openxmlformats.org/officeDocument/2006/relationships/notesMaster" Target="/ppt/notesMasters/notesMaster1.xml" Id="Re07af39a8f9e4e08" /><Relationship Type="http://schemas.openxmlformats.org/officeDocument/2006/relationships/presProps" Target="/ppt/presProps.xml" Id="R6126830e6e5a4f76" /><Relationship Type="http://schemas.openxmlformats.org/officeDocument/2006/relationships/tableStyles" Target="/ppt/tableStyles.xml" Id="R6517a26d2a394d7d" /><Relationship Type="http://schemas.openxmlformats.org/officeDocument/2006/relationships/slide" Target="/ppt/slides/slide1.xml" Id="Reaac42e0590d45fe" /><Relationship Type="http://schemas.openxmlformats.org/officeDocument/2006/relationships/slide" Target="/ppt/slides/slide2.xml" Id="Rf95d9629e69e469b" /><Relationship Type="http://schemas.openxmlformats.org/officeDocument/2006/relationships/slide" Target="/ppt/slides/slide3.xml" Id="R7ef7d69b68d74b6f" /><Relationship Type="http://schemas.openxmlformats.org/officeDocument/2006/relationships/slide" Target="/ppt/slides/slide4.xml" Id="R525325b445e24dd3" /><Relationship Type="http://schemas.openxmlformats.org/officeDocument/2006/relationships/slide" Target="/ppt/slides/slide5.xml" Id="R9720f5235de84609" /><Relationship Type="http://schemas.openxmlformats.org/officeDocument/2006/relationships/slide" Target="/ppt/slides/slide6.xml" Id="Rb16b82cb18fa4f23" /><Relationship Type="http://schemas.openxmlformats.org/officeDocument/2006/relationships/slide" Target="/ppt/slides/slide7.xml" Id="R907cb1a58a6341f1" /><Relationship Type="http://schemas.openxmlformats.org/officeDocument/2006/relationships/slide" Target="/ppt/slides/slide8.xml" Id="Rc5ece80204704d56" /><Relationship Type="http://schemas.openxmlformats.org/officeDocument/2006/relationships/slide" Target="/ppt/slides/slide9.xml" Id="Rd32b417b89584b68" /><Relationship Type="http://schemas.openxmlformats.org/officeDocument/2006/relationships/slide" Target="/ppt/slides/slide10.xml" Id="R512c99b9b29d4e84" /><Relationship Type="http://schemas.openxmlformats.org/officeDocument/2006/relationships/slide" Target="/ppt/slides/slide11.xml" Id="R0f43fcb320724c81" /><Relationship Type="http://schemas.openxmlformats.org/officeDocument/2006/relationships/slide" Target="/ppt/slides/slide12.xml" Id="R83a9a7056a104fb6" /><Relationship Type="http://schemas.openxmlformats.org/officeDocument/2006/relationships/slide" Target="/ppt/slides/slide13.xml" Id="R371c3770aa6e41c6" /><Relationship Type="http://schemas.openxmlformats.org/officeDocument/2006/relationships/slide" Target="/ppt/slides/slide14.xml" Id="R183ef11ad0be46e5" /><Relationship Type="http://schemas.openxmlformats.org/officeDocument/2006/relationships/slide" Target="/ppt/slides/slide15.xml" Id="R7e0b0bf6a7bb42ab" /><Relationship Type="http://schemas.openxmlformats.org/officeDocument/2006/relationships/slide" Target="/ppt/slides/slide16.xml" Id="Ra0984070e2f241bd" /><Relationship Type="http://schemas.openxmlformats.org/officeDocument/2006/relationships/slide" Target="/ppt/slides/slide17.xml" Id="R243c10eaad104720" /><Relationship Type="http://schemas.openxmlformats.org/officeDocument/2006/relationships/slide" Target="/ppt/slides/slide18.xml" Id="R4bdbdc40b9e746ec" /><Relationship Type="http://schemas.openxmlformats.org/officeDocument/2006/relationships/slide" Target="/ppt/slides/slide19.xml" Id="Rfd4b89e8515b42a9" /><Relationship Type="http://schemas.openxmlformats.org/officeDocument/2006/relationships/slide" Target="/ppt/slides/slide20.xml" Id="Raa9b7c31832645a9" /><Relationship Type="http://schemas.openxmlformats.org/officeDocument/2006/relationships/slide" Target="/ppt/slides/slide21.xml" Id="Re6080525c2b2400e" /><Relationship Type="http://schemas.openxmlformats.org/officeDocument/2006/relationships/slide" Target="/ppt/slides/slide22.xml" Id="Rf21be10f9b7547a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5429d99c584bd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b7db8e0941b4dad" /><Relationship Type="http://schemas.openxmlformats.org/officeDocument/2006/relationships/notesMaster" Target="/ppt/notesMasters/notesMaster1.xml" Id="R19d8288659614f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76b73d3b82e4768" /><Relationship Type="http://schemas.openxmlformats.org/officeDocument/2006/relationships/notesMaster" Target="/ppt/notesMasters/notesMaster1.xml" Id="Rbecc866f8ff844e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a9979be8708477f" /><Relationship Type="http://schemas.openxmlformats.org/officeDocument/2006/relationships/notesMaster" Target="/ppt/notesMasters/notesMaster1.xml" Id="Rd701c894593c4d5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a7bae48cd44964" /><Relationship Type="http://schemas.openxmlformats.org/officeDocument/2006/relationships/notesMaster" Target="/ppt/notesMasters/notesMaster1.xml" Id="Re7a50f69c5f740d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9241b3c75b5470d" /><Relationship Type="http://schemas.openxmlformats.org/officeDocument/2006/relationships/notesMaster" Target="/ppt/notesMasters/notesMaster1.xml" Id="R7fb91a52e128449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94ff82f6e794f0d" /><Relationship Type="http://schemas.openxmlformats.org/officeDocument/2006/relationships/notesMaster" Target="/ppt/notesMasters/notesMaster1.xml" Id="R8e447b88150a4e6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294bcdf0e694db0" /><Relationship Type="http://schemas.openxmlformats.org/officeDocument/2006/relationships/notesMaster" Target="/ppt/notesMasters/notesMaster1.xml" Id="Rc35466c0f173451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e613b211f4a46d1" /><Relationship Type="http://schemas.openxmlformats.org/officeDocument/2006/relationships/notesMaster" Target="/ppt/notesMasters/notesMaster1.xml" Id="R57611119461745b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959c4864f214c31" /><Relationship Type="http://schemas.openxmlformats.org/officeDocument/2006/relationships/notesMaster" Target="/ppt/notesMasters/notesMaster1.xml" Id="Re4c3df93bafa4dc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05d7f859a0644f7" /><Relationship Type="http://schemas.openxmlformats.org/officeDocument/2006/relationships/notesMaster" Target="/ppt/notesMasters/notesMaster1.xml" Id="R8a067c59d633484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42477e3c5f74fbc" /><Relationship Type="http://schemas.openxmlformats.org/officeDocument/2006/relationships/notesMaster" Target="/ppt/notesMasters/notesMaster1.xml" Id="R71c0fd6912cb492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6973782a5c14e69" /><Relationship Type="http://schemas.openxmlformats.org/officeDocument/2006/relationships/notesMaster" Target="/ppt/notesMasters/notesMaster1.xml" Id="Rea69ba8ed50a437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5bc2ed5f8eb4161" /><Relationship Type="http://schemas.openxmlformats.org/officeDocument/2006/relationships/notesMaster" Target="/ppt/notesMasters/notesMaster1.xml" Id="R6a8e17f5377348a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409d9d7bc7d4930" /><Relationship Type="http://schemas.openxmlformats.org/officeDocument/2006/relationships/notesMaster" Target="/ppt/notesMasters/notesMaster1.xml" Id="Rf7d2a9c5e46a46f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9b2654b33054ce7" /><Relationship Type="http://schemas.openxmlformats.org/officeDocument/2006/relationships/notesMaster" Target="/ppt/notesMasters/notesMaster1.xml" Id="R3475425f59504d7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49fd78c5ec0480c" /><Relationship Type="http://schemas.openxmlformats.org/officeDocument/2006/relationships/notesMaster" Target="/ppt/notesMasters/notesMaster1.xml" Id="R8d10b75bd0e7461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f72d9639d2d4f08" /><Relationship Type="http://schemas.openxmlformats.org/officeDocument/2006/relationships/notesMaster" Target="/ppt/notesMasters/notesMaster1.xml" Id="R2599c9a6e46a409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6d40729cf334877" /><Relationship Type="http://schemas.openxmlformats.org/officeDocument/2006/relationships/notesMaster" Target="/ppt/notesMasters/notesMaster1.xml" Id="R6c79d3aef732491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bda008371ad4916" /><Relationship Type="http://schemas.openxmlformats.org/officeDocument/2006/relationships/notesMaster" Target="/ppt/notesMasters/notesMaster1.xml" Id="R57a70f90a319464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0e6c650ccb348ee" /><Relationship Type="http://schemas.openxmlformats.org/officeDocument/2006/relationships/notesMaster" Target="/ppt/notesMasters/notesMaster1.xml" Id="R4a8143c30dd4410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a41aa79805f4134" /><Relationship Type="http://schemas.openxmlformats.org/officeDocument/2006/relationships/notesMaster" Target="/ppt/notesMasters/notesMaster1.xml" Id="Ra32ec0728ca141e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96f6730b7914b3c" /><Relationship Type="http://schemas.openxmlformats.org/officeDocument/2006/relationships/notesMaster" Target="/ppt/notesMasters/notesMaster1.xml" Id="Reb132a00850f479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D:/1/全球AI大赛/2e567d1a-99c1-45ce-8a0f-3d36d11f3314.pdf：官方 PPT 内容框架模板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https://github.com/ASOUL-Official/asoulai-chronosfix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evidence/evaluation-corpus/evaluation-summary.json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docs/semifinal-guide-matrix.md</a:t>
            </a:r>
          </a:p>
          <a:p xmlns:a="http://schemas.openxmlformats.org/drawingml/2006/main">
            <a:r>
              <a:t>.github/workflows/verify.yml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evidence/engineering-metrics.json</a:t>
            </a:r>
          </a:p>
          <a:p xmlns:a="http://schemas.openxmlformats.org/drawingml/2006/main">
            <a:r>
              <a:t>docs/business-value.md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src/chronosfix/orchestrator.py</a:t>
            </a:r>
          </a:p>
          <a:p xmlns:a="http://schemas.openxmlformats.org/drawingml/2006/main">
            <a:r>
              <a:t>src/chronosfix/skills/risk_gate.py</a:t>
            </a:r>
          </a:p>
          <a:p xmlns:a="http://schemas.openxmlformats.org/drawingml/2006/main">
            <a:r>
              <a:t>evidence/github-pr.json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evidence/proof-bundle.json</a:t>
            </a:r>
          </a:p>
          <a:p xmlns:a="http://schemas.openxmlformats.org/drawingml/2006/main">
            <a:r>
              <a:t>evidence/run-manifest.json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https://github.com/agentscope-ai/AgentTeams/releases/tag/v1.2.3</a:t>
            </a:r>
          </a:p>
          <a:p xmlns:a="http://schemas.openxmlformats.org/drawingml/2006/main">
            <a:r>
              <a:t>https://github.com/agentscope-ai/AgentTeams/blob/main/docs/zh-cn/declarative-resource-management.md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https://github.com/agentscope-ai/AgentTeams/releases/tag/v1.2.3</a:t>
            </a:r>
          </a:p>
          <a:p xmlns:a="http://schemas.openxmlformats.org/drawingml/2006/main">
            <a:r>
              <a:t>https://github.com/agentscope-ai/AgentTeams/blob/main/docs/zh-cn/declarative-resource-management.md</a:t>
            </a:r>
          </a:p>
          <a:p xmlns:a="http://schemas.openxmlformats.org/drawingml/2006/main">
            <a:r>
              <a:t>agentteams/runtime/chronosfix-resources.yaml</a:t>
            </a:r>
          </a:p>
          <a:p xmlns:a="http://schemas.openxmlformats.org/drawingml/2006/main">
            <a:r>
              <a:t>evidence/agentteams-manifest-validation.json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agentteams/runtime/chronosfix-resources.yaml</a:t>
            </a:r>
          </a:p>
          <a:p xmlns:a="http://schemas.openxmlformats.org/drawingml/2006/main">
            <a:r>
              <a:t>schemas/scenario.schema.json</a:t>
            </a:r>
          </a:p>
          <a:p xmlns:a="http://schemas.openxmlformats.org/drawingml/2006/main">
            <a:r>
              <a:t>evidence/trace.jsonl</a:t>
            </a:r>
          </a:p>
          <a:p xmlns:a="http://schemas.openxmlformats.org/drawingml/2006/main">
            <a:r>
              <a:t>docs/agent-identity.md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src/chronosfix/skills/counterfactual_replay.py</a:t>
            </a:r>
          </a:p>
          <a:p xmlns:a="http://schemas.openxmlformats.org/drawingml/2006/main">
            <a:r>
              <a:t>src/chronosfix/skills/risk_gate.py</a:t>
            </a:r>
          </a:p>
          <a:p xmlns:a="http://schemas.openxmlformats.org/drawingml/2006/main">
            <a:r>
              <a:t>tests/test_evaluation.py</a:t>
            </a:r>
          </a:p>
          <a:p xmlns:a="http://schemas.openxmlformats.org/drawingml/2006/main">
            <a:r>
              <a:t>tests/test_risk_gate.py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https://skills.aliyun.com/skills/alibabacloud-sls-query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docs/skill-specs.md</a:t>
            </a:r>
          </a:p>
          <a:p xmlns:a="http://schemas.openxmlformats.org/drawingml/2006/main">
            <a:r>
              <a:t>src/chronosfix/skills/</a:t>
            </a:r>
          </a:p>
          <a:p xmlns:a="http://schemas.openxmlformats.org/drawingml/2006/main">
            <a:r>
              <a:t>src/chronosfix/orchestrator.py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https://skills.aliyun.com/skills/alibabacloud-sls-query</a:t>
            </a:r>
          </a:p>
          <a:p xmlns:a="http://schemas.openxmlformats.org/drawingml/2006/main">
            <a:r>
              <a:t>https://github.com/aliyun/alibabacloud-aiops-skills</a:t>
            </a:r>
          </a:p>
          <a:p xmlns:a="http://schemas.openxmlformats.org/drawingml/2006/main">
            <a:r>
              <a:t>src/chronosfix/cloud_skills.py</a:t>
            </a:r>
          </a:p>
          <a:p xmlns:a="http://schemas.openxmlformats.org/drawingml/2006/main">
            <a:r>
              <a:t>evidence/cloud-skill-sls-dry-run.json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docs/official-infra-mapping.md</a:t>
            </a:r>
          </a:p>
          <a:p xmlns:a="http://schemas.openxmlformats.org/drawingml/2006/main">
            <a:r>
              <a:t>docs/architecture.md</a:t>
            </a:r>
          </a:p>
          <a:p xmlns:a="http://schemas.openxmlformats.org/drawingml/2006/main">
            <a:r>
              <a:t>agentteams/runtime/runtime-status.md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.github/workflows/verify.yml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evidence/run-manifest.json</a:t>
            </a:r>
          </a:p>
          <a:p xmlns:a="http://schemas.openxmlformats.org/drawingml/2006/main">
            <a:r>
              <a:t>evidence/engineering-metrics.json</a:t>
            </a:r>
          </a:p>
          <a:p xmlns:a="http://schemas.openxmlformats.org/drawingml/2006/main">
            <a:r>
              <a:t>evidence/github-pr.json</a:t>
            </a:r>
          </a:p>
          <a:p xmlns:a="http://schemas.openxmlformats.org/drawingml/2006/main">
            <a:r>
              <a:t>evidence/trace.jsonl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evidence/evaluation-corpus/evaluation-summary.json</a:t>
            </a:r>
          </a:p>
          <a:p xmlns:a="http://schemas.openxmlformats.org/drawingml/2006/main">
            <a:r>
              <a:t>evidence/evaluation-corpus/evaluation-report.md</a:t>
            </a:r>
          </a:p>
          <a:p xmlns:a="http://schemas.openxmlformats.org/drawingml/2006/main">
            <a:r>
              <a:t>scenarios/evaluation-fixtures/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scenarios/evaluation-fixtures/</a:t>
            </a:r>
          </a:p>
          <a:p xmlns:a="http://schemas.openxmlformats.org/drawingml/2006/main">
            <a:r>
              <a:t>src/chronosfix/evaluation.py</a:t>
            </a:r>
          </a:p>
          <a:p xmlns:a="http://schemas.openxmlformats.org/drawingml/2006/main">
            <a:r>
              <a:t>src/chronosfix/skills/counterfactual_replay.py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.github/workflows/verify.yml</a:t>
            </a:r>
          </a:p>
          <a:p xmlns:a="http://schemas.openxmlformats.org/drawingml/2006/main">
            <a:r>
              <a:t>schemas/scenario.schema.json</a:t>
            </a:r>
          </a:p>
          <a:p xmlns:a="http://schemas.openxmlformats.org/drawingml/2006/main">
            <a:r>
              <a:t>docs/deployment-and-verification.md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docs/business-value.md</a:t>
            </a:r>
          </a:p>
          <a:p xmlns:a="http://schemas.openxmlformats.org/drawingml/2006/main">
            <a:r>
              <a:t>docs/measurement-plan.md</a:t>
            </a:r>
          </a:p>
          <a:p xmlns:a="http://schemas.openxmlformats.org/drawingml/2006/main">
            <a:r>
              <a:t>docs/proof-carrying-change.md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LICENSE</a:t>
            </a:r>
          </a:p>
          <a:p xmlns:a="http://schemas.openxmlformats.org/drawingml/2006/main">
            <a:r>
              <a:t>THIRD_PARTY_NOTICES.md</a:t>
            </a:r>
          </a:p>
          <a:p xmlns:a="http://schemas.openxmlformats.org/drawingml/2006/main">
            <a:r>
              <a:t>SBOM.json</a:t>
            </a:r>
          </a:p>
          <a:p xmlns:a="http://schemas.openxmlformats.org/drawingml/2006/main">
            <a:r>
              <a:t>docs/open-source-compliance.md</a:t>
            </a:r>
          </a:p>
          <a:p xmlns:a="http://schemas.openxmlformats.org/drawingml/2006/main">
            <a:r>
              <a:t>agentteams/runtime/runtime-status.md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https://github.com/ASOUL-Official/asoulai-chronosfix</a:t>
            </a:r>
          </a:p>
          <a:p xmlns:a="http://schemas.openxmlformats.org/drawingml/2006/main">
            <a:r>
              <a:t>https://asoul-official.github.io/asoulai-chronosfix/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submission/submission-checklist.md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b2ae3421d74dd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188840fcad14f5d" /><Relationship Type="http://schemas.openxmlformats.org/officeDocument/2006/relationships/slideLayout" Target="/ppt/slideLayouts/slideLayout1.xml" Id="R4742691c7c1e4d8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42691c7c1e4d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1815ba25994f53" /><Relationship Type="http://schemas.openxmlformats.org/officeDocument/2006/relationships/notesSlide" Target="/ppt/notesSlides/notesSlide1.xml" Id="Re54f66dfec6c4a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f3f7280042487c" /><Relationship Type="http://schemas.openxmlformats.org/officeDocument/2006/relationships/notesSlide" Target="/ppt/notesSlides/notesSlide2.xml" Id="Rac2a1068b5a345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0a76baef5641d7" /><Relationship Type="http://schemas.openxmlformats.org/officeDocument/2006/relationships/notesSlide" Target="/ppt/notesSlides/notesSlide3.xml" Id="R5d95b2aea5284f0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dfda49bee44da3" /><Relationship Type="http://schemas.openxmlformats.org/officeDocument/2006/relationships/notesSlide" Target="/ppt/notesSlides/notesSlide4.xml" Id="R07f217d95678428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9660c71f3f4dd5" /><Relationship Type="http://schemas.openxmlformats.org/officeDocument/2006/relationships/notesSlide" Target="/ppt/notesSlides/notesSlide5.xml" Id="Ra19d6e90493d4e9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d45dcadb4546ec" /><Relationship Type="http://schemas.openxmlformats.org/officeDocument/2006/relationships/notesSlide" Target="/ppt/notesSlides/notesSlide6.xml" Id="Ree7865c15baa4e6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69e5e31dcb4323" /><Relationship Type="http://schemas.openxmlformats.org/officeDocument/2006/relationships/notesSlide" Target="/ppt/notesSlides/notesSlide7.xml" Id="R57d4404cb54045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b5496cff4a4ba6" /><Relationship Type="http://schemas.openxmlformats.org/officeDocument/2006/relationships/notesSlide" Target="/ppt/notesSlides/notesSlide8.xml" Id="Rdd90d7363d7647a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ead5cf5aa143d9" /><Relationship Type="http://schemas.openxmlformats.org/officeDocument/2006/relationships/notesSlide" Target="/ppt/notesSlides/notesSlide9.xml" Id="R9f606c70e146431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4d7de422ed4590" /><Relationship Type="http://schemas.openxmlformats.org/officeDocument/2006/relationships/notesSlide" Target="/ppt/notesSlides/notesSlide10.xml" Id="R54fd71d15b6d47b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1664c7d3f846b6" /><Relationship Type="http://schemas.openxmlformats.org/officeDocument/2006/relationships/notesSlide" Target="/ppt/notesSlides/notesSlide11.xml" Id="Rca1a236de7e94a1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8a0fd1993f40be" /><Relationship Type="http://schemas.openxmlformats.org/officeDocument/2006/relationships/notesSlide" Target="/ppt/notesSlides/notesSlide12.xml" Id="R43e7bc10fb3445e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0ef52aa6cd43fa" /><Relationship Type="http://schemas.openxmlformats.org/officeDocument/2006/relationships/notesSlide" Target="/ppt/notesSlides/notesSlide13.xml" Id="Rae17693725b742d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bab9dfc0bf490a" /><Relationship Type="http://schemas.openxmlformats.org/officeDocument/2006/relationships/notesSlide" Target="/ppt/notesSlides/notesSlide14.xml" Id="Ree587e538a96478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ae2d1f1e0c46cb" /><Relationship Type="http://schemas.openxmlformats.org/officeDocument/2006/relationships/notesSlide" Target="/ppt/notesSlides/notesSlide15.xml" Id="R02e02bf29fb5433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c5e07164814e1c" /><Relationship Type="http://schemas.openxmlformats.org/officeDocument/2006/relationships/notesSlide" Target="/ppt/notesSlides/notesSlide16.xml" Id="R8dbe4b7ae814443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a2a62c60794e4a" /><Relationship Type="http://schemas.openxmlformats.org/officeDocument/2006/relationships/notesSlide" Target="/ppt/notesSlides/notesSlide17.xml" Id="R469796f3b5ea4c1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0dc4a816ec4590" /><Relationship Type="http://schemas.openxmlformats.org/officeDocument/2006/relationships/notesSlide" Target="/ppt/notesSlides/notesSlide18.xml" Id="Rb552f1d4f9bb4a6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48585c11614993" /><Relationship Type="http://schemas.openxmlformats.org/officeDocument/2006/relationships/notesSlide" Target="/ppt/notesSlides/notesSlide19.xml" Id="Re539e33dddd8498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e17a9151e4100" /><Relationship Type="http://schemas.openxmlformats.org/officeDocument/2006/relationships/notesSlide" Target="/ppt/notesSlides/notesSlide20.xml" Id="R50b7d0ec17064b3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b9447ba36345ff" /><Relationship Type="http://schemas.openxmlformats.org/officeDocument/2006/relationships/notesSlide" Target="/ppt/notesSlides/notesSlide21.xml" Id="Rf391c5c2586442c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0f96a2868840f5" /><Relationship Type="http://schemas.openxmlformats.org/officeDocument/2006/relationships/notesSlide" Target="/ppt/notesSlides/notesSlide22.xml" Id="R02d59cf635a8457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D9A3AF-6EC5-4674-AE37-01DB5499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10971-89C4-4CAD-9655-CEF39906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GOAI 世界人工智能开源大赛 · Agent Infra 新智基座 · 方向三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3E29F-39F1-4781-82DF-FCAC90CE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AsoulAI ChronosFix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5AAC4-058E-4599-A0FC-19EE4CBE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A-CFX：软件故障时间机器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A6A244-B313-4168-926C-FB344584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D7E3F5"/>
                </a:solidFill>
              </a:defRPr>
            </a:pPr>
            <a:r>
              <a:rPr sz="1800" b="0">
                <a:solidFill>
                  <a:srgbClr val="D7E3F5"/>
                </a:solidFill>
              </a:rPr>
              <a:t>让每次变更都携带可验证证据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DC734-3227-4291-A774-E39FE73D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790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86AD8-EBB4-4708-8FC6-38F02262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05275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4B8A6"/>
                </a:solidFill>
              </a:defRPr>
            </a:pPr>
            <a:r>
              <a:rPr sz="1050" b="1">
                <a:solidFill>
                  <a:srgbClr val="14B8A6"/>
                </a:solidFill>
              </a:rPr>
              <a:t>官方模板 · 复赛验证版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DB30C-A725-42F3-835A-570A074C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038600"/>
            <a:ext cx="1238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32C2D-7D74-4642-A8E2-392431B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1052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97316"/>
                </a:solidFill>
              </a:defRPr>
            </a:pPr>
            <a:r>
              <a:rPr sz="1050" b="1">
                <a:solidFill>
                  <a:srgbClr val="F97316"/>
                </a:solidFill>
              </a:rPr>
              <a:t>队伍：AsoulAI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34A2C-B6F4-4C7C-8C16-A5686C70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3860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40808-5CEC-4F43-9A49-9C311523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05275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复赛 V1.0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3D05A-1126-4ABC-B157-6CC6C991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67640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6F38F-9008-4433-815E-8D1E2D1B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335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事故证据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0A782-1D61-4790-8258-4FE4538A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6DEC2-F70B-43E1-92B2-641E9505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反事实实验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4E9AAA-6266-46B9-B2A4-ACBAC165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DED6FB-D2F8-4F06-AEDF-DD6AAE1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风险门禁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BC367A-0DCA-4ED9-858C-2F721335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08797B-3A26-4229-8EEF-5C3E0B1D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故障基因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D0F2A1-6BBB-4F4A-ADB9-FE7A5AF7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39978E-8EFB-41D2-A10B-D18BB0D9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资产复用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0F93B0-2E6C-4067-9FBB-0AAF53BF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57500"/>
            <a:ext cx="1371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A-CFX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94F545-1B87-422F-876C-1E59A453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FC7E8"/>
                </a:solidFill>
              </a:defRPr>
            </a:pPr>
            <a:r>
              <a:rPr sz="1125" b="0">
                <a:solidFill>
                  <a:srgbClr val="AFC7E8"/>
                </a:solidFill>
              </a:rPr>
              <a:t>代码包 · 在线 Demo · 评测 · Trace · 审计证据</a:t>
            </a:r>
          </a:p>
        </p:txBody>
      </p:sp>
    </p:spTree>
    <p:extLst>
      <p:ext uri="{BB962C8B-B14F-4D97-AF65-F5344CB8AC3E}">
        <p14:creationId xmlns:p14="http://schemas.microsoft.com/office/powerpoint/2010/main" val="668398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777E7E-94EA-444B-BC99-2FABD2E2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P0 · 一页纸速览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1564B8-BCDA-4810-8FC1-0187A827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把“会修复”升级为“可验证、可协同、可发布”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CE2301-2DBF-4E7B-B3F5-D7A124D9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初赛：固定演示链路；复赛新增：Manager 按证据自由组合 Agent/Skill、动态协同、异常注入与 61 项验收。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3D2485-F15C-4E3F-9B32-B9230C46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95585C-260B-47CC-BC46-F19F2CD1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240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项目名称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85A123-CCF8-45C2-B3E2-EB4B09C7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050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AsoulAI ChronosFix</a:t>
            </a:r>
            <a:r>
              <a:rPr sz="1200" b="0">
                <a:solidFill>
                  <a:srgbClr val="101828"/>
                </a:solidFill>
              </a:rPr>
              <a:t>（A-CFX）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软件故障时间机器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ABE5CF-D950-4C95-BF5E-C83A1996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7526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8A9F03-A503-4D9C-879C-266D62B0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240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问题与场景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EB3FBF-FF07-479F-8238-1B8682A8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050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多源变更下，AI 能给建议，却难证明因果、验证补丁并让组织放心合并。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AEDC1-A891-4B1C-9FEB-8312888E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D22618-6887-41B1-A2DA-C6721D93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核心方案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792C-BD8F-45AA-9965-E2F988D6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DynamicScheduler 驱动 8 个 Worker；证据触发任务插入、失败重派与人工恢复。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F270A9-0FD8-465A-BCB8-C8494E7E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480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A8D0CC-1B68-4FE7-B2D7-1E2E51621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194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创新差异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6F8A6A-9490-4C00-B2E2-97B1D818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004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Proof-Carrying Change + 动态协同：无法区分就拒答，证据不全就阻断发布。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6D5B26-CB63-41CD-B7F6-131AEAF6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AAF8CC-79CE-4C70-877C-B6C39DE5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开放复用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4E279-63DC-4E10-9EEA-55C9D3B2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开放代码、Schema、12 场景、证据护照、AgentTeams v1beta1 资源与评测脚本。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604840-107E-4012-91E8-1252D469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3434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22FB08-2360-40DE-9E67-DCE5F9D6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148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C2626"/>
                </a:solidFill>
              </a:defRPr>
            </a:pPr>
            <a:r>
              <a:rPr sz="1575" b="1">
                <a:solidFill>
                  <a:srgbClr val="DC2626"/>
                </a:solidFill>
              </a:rPr>
              <a:t>复赛新增 · 红字对比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E8B810-C07D-43A2-8EA9-07F88447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958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61 项测试；9/9 支持范围诊断正确；1/1 冲突安全拒答；Agent Manager 会按证据自由组合 Agent/Skill。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BE3F14-1A67-4506-9410-6A92598F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673238-70F4-41BD-A952-5A45322F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707245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99107-C7F1-4C0F-8B94-8000D42F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04EC8-06BD-403A-88C1-9F3ACA8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复赛不是加功能列表，而是让每个结论都可核验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534AD-D9E2-4A29-AD57-958CAC88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围绕完整链路、运行证据、失败处理、权限审批与开放规范升级底层工程。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4297A-BE28-44C9-B947-7DB1BC4A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0ACBE-3413-4FBF-9069-BE9B4408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初赛已交付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C9E15-6926-4C7A-895D-B3140FDF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场景闭环、7 职能 Agent、9 Skill、确定性 Demo 与公开仓库。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B94F-FB5A-4AE1-A753-F61955E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BA140-CF96-4042-903A-916973B1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底层逻辑升级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62F03-B6BA-4FEB-928C-EDC43A13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Fail-closed RiskGate、真实 checks、回滚验证、可辨识性仲裁与哈希绑定。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1902A-47ED-45C5-B1D5-B8D0D80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51C49-20C5-47AB-9167-1B17B34E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复赛新增证据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D2ACE-B017-43C0-A94B-784C7222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v1beta1 资源、官方 SLS Skill 契约、12 场景评测、CI、SBOM 与 Demo 评委模式。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2F401-87A5-4A9B-8667-9B2C1F96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732AC-7D69-4C20-A842-BF8640A0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输入 Schema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06265-FFD5-416C-B517-12D12832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C600-5CBF-4FE1-A420-0C8EEEF0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1C410-B244-44F6-8816-9C7A0555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因果仲裁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FB8854-FAC7-48CB-BE32-A4403D26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9B1CE-85EB-4E6F-A959-57249714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AD794-1CCE-4A21-8CBD-2C7F8F3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补丁竞赛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830D8-CFD9-4421-881A-715D7167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E1A90-0C19-4141-AF37-37C0EB1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7C2E0-05E1-453D-9361-DB058108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97316"/>
                </a:solidFill>
              </a:defRPr>
            </a:pPr>
            <a:r>
              <a:rPr sz="1425" b="1">
                <a:solidFill>
                  <a:srgbClr val="F97316"/>
                </a:solidFill>
              </a:rPr>
              <a:t>RiskGate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7C41C-2164-480A-BE23-26A5CD70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0F31D-859C-4145-95A7-EB0EC3C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2FA7F-20E2-4311-81B7-2D84CDEE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6A34A"/>
                </a:solidFill>
              </a:defRPr>
            </a:pPr>
            <a:r>
              <a:rPr sz="1425" b="1">
                <a:solidFill>
                  <a:srgbClr val="16A34A"/>
                </a:solidFill>
              </a:rPr>
              <a:t>证据护照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206234-42EA-41F8-AE8A-22975C5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768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一条 run_id 串联 scenario → experiments → checks → PR → run-manifest。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2A6C5B-A3F8-4D4B-B2CA-BB90D7BD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E1CC8-9E1B-40B1-8D9F-D23F37EC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446860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场景与价值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真正昂贵的不是找答案，而是无法放心合并答案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目标用户：中大型研发组织、平台工程团队、云厂商 DevOps / AIOps 产品线。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事故成本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代码、配置、依赖与流量同窗变化，人工排查慢且知识难沉淀。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组织风险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AI 建议若缺因果、验证、回滚和审批证据，就无法进入发布流程。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购买理由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让每个 PR 自动携带可审查证据，并把事故沉淀为跨团队质量资产。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Demo 基线失败率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6.25%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补丁最坏失败率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强制故障变体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证据护照声明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61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自动化测试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商业命题：不是替代研发判断，而是降低评审证据准备、误合并风险与合规审计成本。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99107-C7F1-4C0F-8B94-8000D42F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04EC8-06BD-403A-88C1-9F3ACA8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从事故信号到可合并 PR，一条 run_id 贯穿闭环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534AD-D9E2-4A29-AD57-958CAC88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AgentTeams 负责编排，Skill 负责动作，RiskGate 决定是否允许发布。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4297A-BE28-44C9-B947-7DB1BC4A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0ACBE-3413-4FBF-9069-BE9B4408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任务触发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C9E15-6926-4C7A-895D-B3140FDF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Issue、日志、Trace、Git、配置与流量进入统一场景契约。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B94F-FB5A-4AE1-A753-F61955E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BA140-CF96-4042-903A-916973B1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协同执行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62F03-B6BA-4FEB-928C-EDC43A13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8 Worker 围绕 IncidentState 分工；冲突由反事实与可辨识性仲裁裁决。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1902A-47ED-45C5-B1D5-B8D0D80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51C49-20C5-47AB-9167-1B17B34E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发布输出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D2ACE-B017-43C0-A94B-784C7222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生成补丁变更、回滚契约、checks、PR 草案、证据护照与可复用 Skill 候选。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2F401-87A5-4A9B-8667-9B2C1F96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732AC-7D69-4C20-A842-BF8640A0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证据融合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06265-FFD5-416C-B517-12D12832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C600-5CBF-4FE1-A420-0C8EEEF0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1C410-B244-44F6-8816-9C7A0555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Counterfactual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FB8854-FAC7-48CB-BE32-A4403D26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9B1CE-85EB-4E6F-A959-57249714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AD794-1CCE-4A21-8CBD-2C7F8F3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Fault Genome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830D8-CFD9-4421-881A-715D7167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E1A90-0C19-4141-AF37-37C0EB1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7C2E0-05E1-453D-9361-DB058108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97316"/>
                </a:solidFill>
              </a:defRPr>
            </a:pPr>
            <a:r>
              <a:rPr sz="1425" b="1">
                <a:solidFill>
                  <a:srgbClr val="F97316"/>
                </a:solidFill>
              </a:rPr>
              <a:t>补丁竞赛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7C41C-2164-480A-BE23-26A5CD70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0F31D-859C-4145-95A7-EB0EC3C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2FA7F-20E2-4311-81B7-2D84CDEE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6A34A"/>
                </a:solidFill>
              </a:defRPr>
            </a:pPr>
            <a:r>
              <a:rPr sz="1425" b="1">
                <a:solidFill>
                  <a:srgbClr val="16A34A"/>
                </a:solidFill>
              </a:rPr>
              <a:t>门禁护照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206234-42EA-41F8-AE8A-22975C5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768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安全分支：证据不足、check 失败、回滚缺失或无命名审批人 → draft / blocked。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2A6C5B-A3F8-4D4B-B2CA-BB90D7BD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E1CC8-9E1B-40B1-8D9F-D23F37EC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446860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完整场景链路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同一个事故，输入是场景契约，输出是变更契约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样例：订单创建接口在 120 RPS 下出现 48.72% 失败率与 606.96 ms P99。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输入 Schema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scenario.json：事件、基线、假设、补丁候选、变体与 Ground Truth。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因果结论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连接池缩容是主因；依赖延迟是放大器；日志代码变更非因果。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变更契约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selected: pool_size 8→24；rollback: 24→8；8 个强制变体验证。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发布状态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quality_gate=passed；release=approved；审批人和理由进入摘要哈希。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18 个 Span、6 个动态任务、38 个协同事件；均关联同一 run_id。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Run Manifest 绑定场景、补丁、回滚、审批和产物 SHA-256。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本页数据来自合成确定性回放，不代表真实生产准确率或 MTTR。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B174FC-3631-4BD2-9FA3-952FE9D0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51681-6389-477F-A7CC-13444827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第二章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D4896-7538-42CB-82F4-CAE395C1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AgentTeams 多 Agent 协同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E0CF87-C3CE-446E-BED0-ACA7A55E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必选基座：编排、拆解、上下文、执行、追踪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5469E5-980F-4C11-9386-F414E6AF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FB15D2-9C53-405D-BF97-D700FE65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多 Agent 协同与自主闭环能力 25%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C708E-9D45-4B00-8E82-98637F10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0BF3FF-86FB-417D-840D-9E30ADD5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725027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多 Agent 协同设计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AgentTeams v1beta1：资源声明与动态任务图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1 Manager、8 Worker、1 Team、1 Human；Controller / Matrix 尚未执行。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Manager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入口路由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状态协调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Commander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Team Leader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任务拆解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证据融合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时间线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假设契约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可证伪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Universe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故障基因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 / 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补丁竞赛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回滚验证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门禁审计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Skill 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角色编排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Team leader / Worker 分工
Human 审批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资源证据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11 份声明校验通过
依赖版本已锁定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执行边界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compatible mapping
非真实 Worker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多 Agent 协同设计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角色靠状态契约协同，任务会随证据变化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Worker 只写负责分区；Commander 做路由、裁决与升级；新证据可插入任务。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Intake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接收事件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校验 Schema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合并证据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重建时间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登记假设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干预契约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Replay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可辨识性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补丁候选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回滚契约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变体验证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真实 checks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审批审计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资产沉淀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上下文传递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IncidentState + revision
任务图 / 实验 / 补丁 / 审批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状态追踪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run / trace / state revision
attempt / reassign / PR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异常分支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timeout→reassign / duplicate→dedup
stale approval→pause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因果治理与发布安全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先证明“能区分”，再决定“能发布”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可辨识性仲裁与 RiskGate 分别解决“结论可靠”和“动作可放行”。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同干预冲突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多个来源假设若映射到相同干预，统一降级为 indeterminate。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无主因证据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没有可辨识 primary cause 时，counterfactual check 失败并阻断 PR 放行。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验证不完整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强制变体、Evidence Passport、回滚或 required checks 任一缺失即 fail closed。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中高风险审批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必须提供命名审批人和理由；布尔 approve 不能替代人工身份。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quality_gate 与 release_decision 分离：技术通过不等于已获发布授权。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approval digest 绑定 scenario hash、patch hash、patch id 与 policy version。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证据不足时给出 blocker，而不是为了 Demo 生成绿色成功状态。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0A6C68-A8E7-4B83-A962-7BE1882A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F56205-4B6A-4D4A-B00C-A3080223B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第三章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5D042B-FFA3-4127-A5F7-17AF375C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Skill 工程与云操作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75583-44CC-498F-AE05-8ABE0EA9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核心 Skill、官方云 Skill、鉴权、失败处理与生命周期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6AB388-EAC4-4ED1-8DA8-3097788C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820AE0-4968-4A51-89A3-960A937C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Skill 工程体系与生态复用 25%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EFEF93-2460-4CB1-9632-C34D8E39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2E01D7-7639-4C3A-A368-8FE8EAF0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257229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A41772-A10F-45D8-A53B-155C5FD9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Skill 工程体系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88AD7-A3DA-4B6F-A9F2-F224AACB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10 个 Skill 能力覆盖证据、因果、验证、协同与资产复用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E98A44-E822-4990-8D67-2B98A0C4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每项能力有契约、权限边界、运行时发现、验证方式和版本演进。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33599-8209-4F20-988E-066B83A3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CE5F1-B31A-4D33-93CC-8376BF27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EvidenceFusion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326759-81C2-4F4B-89E4-AF84C07B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多源证据与缺口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ED3E7A-4D92-434E-B9A1-59E257A8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55680-843F-48DB-A7DA-FBE225EB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ChangeTimeline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4FE4B4-31EE-4C18-8C33-51B11BA3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时序对齐与去重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A0406-01C0-40D9-A809-5D2C5B4B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7177B3-B41C-4D27-BD9E-BCA287D2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CounterfactualReplay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53EA37-BD3E-4C80-9D68-9F694CC2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干预效果回放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E9BD8C-F6C5-4DCA-A047-B20D08FD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60F967-0D72-4BFF-8848-C918858B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Identifiability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066D0B-2112-4FFB-B03E-8C85F3AB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同干预冲突仲裁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5F85A7-7494-46BD-B803-593CC9F6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2D7645-498F-4FDF-ABC0-8DDC646D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FaultGenome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C578A8-6A73-42A8-9E15-8549A5F6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故障变体生成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CBC87B-7177-4D8F-BAF3-5D717ABE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C4F3C5-02A9-4EB0-BC90-2F4BF368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PatchTournament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B933A0-4008-4C24-8D6A-EE702E3F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补丁竞赛评分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A64011-8D78-4D61-A553-9E2F2F80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A6C7D0-762B-4788-8E4D-AD8F169B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RiskGate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06634D-2057-4F50-AAC2-5C337AFB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三态门禁审批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06B367-9967-4E63-AFD8-9D219006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24A285-AB67-415F-8D8F-F42D372A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EvidencePassport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CF96D6-1F0B-4A25-B064-BE030ED1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证明与缺口声明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594872-2FCA-4720-B37C-6260B2AB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A2CBB3-4237-4BB7-8336-B3CBD7AA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Report + SkillForge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D68A70-AD09-4A0B-A3FD-EDA6D8A5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报告与复用候选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425F8E-A654-48A9-A0F1-EE40A782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57800"/>
            <a:ext cx="979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生命周期：候选 → 回放评测 → 人工评审 → 版本发布 → 监控 → 回滚；新 Skill 不自动上线。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A00853-0293-49DA-829E-64DC2480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121243-7B3A-4565-9368-2B706A27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4794313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官方云 Skill 接入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官方 SLS Skill 已进入 Worker 工具契约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默认 dry-run；真实查询需要参赛者在本地配置只读 RAM Profile。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官方来源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skills.aliyun.com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alibabacloud-sls-query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上游 commit 已锁定。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鉴权边界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RAM Profile / 环境凭证
密钥不落盘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Worker 编排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只读 GetIndex / GetLogsV2
窗口≤24h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失败处理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先做 Schema 校验
CLI / 权限错误入审计
返回 evidence missing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最小 RAM 权限：log:GetIndex、log:GetLogStoreLogs；User-Agent 标注 Skill 来源。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已完成 adapter 契约测试与 dry-run 证据；没有声称成功访问真实 SLS。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真实端到端验证需要 Project、Logstore 和只读 RAM Profile，且不会要求在聊天中粘贴密钥。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技术架构与迁移边界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不堆产品：先有证据闭环，再平滑迁移云上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每个推荐组件都说明必要性、权限边界、可替换性与迁移成本。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当前已实现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v1beta1 资源、本地内核、SLS 只读适配器、JSON 证据与 GitHub 草案。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已验证契约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Schema、鉴权、错误、审批、回滚、审计均有文档和测试。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生产化目标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AgentTeams / Nacos / Higress
PolarDB / RocketMQ / 可观测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能力域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当前可验证实现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目标组件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协同 / 治理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v1beta1 声明 + 本地编排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AgentTeams + Nacos + Higress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数据 / 事件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JSON / JSONL + Run Manifest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PolarDB + UnifiedModel + RocketMQ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可观测 / 评测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Trace / Log / Metrics + 12 场景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LoongSuite + Studio / AgentLoop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6A46C1-937A-4A48-97D6-73B1C855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A162E-D300-4818-B041-EC02C6DE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第四章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B2F97D-C1F9-4355-85B6-C37D993D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工程验证、安全与可审计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1AD024-2F77-41F6-B103-D00EB101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对应官方 PPT 框架与评分维度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56FDD4-00EA-44C0-A283-875D88A8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9F6341-2712-4C0B-BAF3-5E440BF0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工程落地与安全可审计 20%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74725C-D44C-4BBA-A9C3-6867931B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005F19-33D9-4131-B6FD-62766501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8879480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运行证据链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一次运行不是截图，而是一组互相绑定的证据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scenario、patch、rollback、approval、coordination 与 16 个输出文件由 run-manifest 哈希绑定。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18 个 Span；起止时间、duration 与 parent span 全部实测。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Checks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反事实、故障变体、回滚契约 3 项 required checks 全部执行并记录 exit code。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RiskGate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quality_gate=passed；release=approved；命名审批人、理由与策略版本可追溯。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Run Manifest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场景、变更、回滚、审批输入和每个证据文件均记录 SHA-256。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Metrics 区分 measured / derived；协调事件含 revision、attempt、dedup 和 pause/resume。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PR 草案直接读取选中 changes、rollback_changes、checks 与 gate，不再硬编码成功。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当前主证据 run_id：run-a9200f31…；trace_id：df6e0a144…；coordination.json 可复核。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Golden / Badcase 评测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评测不藏失败：9/9 正确诊断，1/1 安全拒答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12 个合成场景：9 Golden、2 Badcase、1 Insufficient Evidence；不代表生产准确率。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Golden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当前确定性模拟器支持范围内 9/9 命中 Ground Truth。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冲突拒答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相同干预对应多个来源假设时 1/1 安全 abstain。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已知漏诊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代码版本与队列积压尚未建模，2 项 Badcase 不计入成功。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总样例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10/12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达成预期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受支持诊断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100%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冲突拒答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意外强行归因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口径：9/9 与 1/1 是合成确定性回放结果；两项 unsupported 漏诊透明保留。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失败案例与能力边界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Badcase 公开保留，边界才能变成路线图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不受支持的根因不强行归因；可辨识性不足时明确 abstain。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代码回归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code_version 只作哨兵，尚未进入行为模型；当前漏诊并阻断发布。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队列积压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队列深度与消费速率尚未建模；不冒充 RocketMQ 根因回放。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来源冲突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两个来源假设映射到同一干预时标记 indeterminate，等待来源级证据。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样例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系统行为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发布结果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code-regression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abstain / 已知漏诊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queue-backlog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abstain / 已知漏诊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conflicting-sources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indeterminate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待来源级证据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部署与复现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评委可以按 README 从零复现核心闭环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依赖、配置、样例输入输出、资源声明和运行证据全部进入仓库。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核心入口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demo.py --approve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--approver &lt;name&gt;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--approval-reason &lt;reason&gt;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AgentTeams 入口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agentteams/run_chronosfix_team.py 输出动态 transcript、任务事件与同源证据。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契约与 CI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scenario.schema.json + v1beta1 校验；Python 3.10–3.12 跑 36 项测试。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Demo 交付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GitHub Pages 静态站读取生成的 demo-data.json；不保存凭证，不写生产。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CI 同时运行 12 场景评测、严格 JSON/JSONL 校验与 AgentTeams 资源校验。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核心运行仅依赖 Python 标准库；可选 PyYAML 用于资源声明验证。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本地执行、dry-run 和真实外部执行在 UI、日志与文档中使用不同状态标签。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DD836-A520-45DA-B3BD-B7B41563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落地计划与进展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50880-7681-490F-BDA5-609886AC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商业化卖的不是改代码，而是变更治理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5B148-5D1F-4537-A3F9-FA98D6B1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以 DevOps / AIOps 增值模块切入，逐步形成组织级质量资产网络。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087A0-6162-4BAB-A330-AD81D886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52100-DC21-426D-A8C6-4C4A9488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团队试点版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B56DF-06A7-488A-B93B-5AA4D148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Incident→PR 证据闭环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可复现评测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人工审批与回滚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71EC2-5C2C-4783-A0E5-4EEC2089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895DD-04D1-4789-A395-90389E13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774B9-E13E-4B0F-B11B-8CC73359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企业集成版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5BB15-591E-4257-B951-8EB191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Git / CI / 日志 / SSO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私有部署与审计导出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策略治理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F4206-D920-4805-B876-4B264E48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593CA-F654-4F44-B67A-09CECA89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5C9B9-B87D-4EC1-99DB-760BC6DE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平台生态版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14683-2A26-4FAD-A64E-7C3AA963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跨团队 Skill Registry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故障基因库与 Benchmark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质量资产复用网络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C8DDB-D6C4-4FC2-BC90-2672A75A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81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C9FCF-D105-4171-95E6-0E8A885D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863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采购角色：平台工程、研发效能、SRE 与云厂商；收费可采用订阅 + 集成 + 私有部署。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292F55-7BCA-46A5-9F16-5A84BD14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00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6348B-6075-4A58-8CB0-82DEDF7E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价值指标：评审耗时、误合并率、回滚恢复时长、审计准备成本；真实收益需通过试点测量。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E59EB-0099-4A81-8133-169352BB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D46D0-0FF6-44D1-8C27-008A28AB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8574946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DD836-A520-45DA-B3BD-B7B41563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落地计划与进展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50880-7681-490F-BDA5-609886AC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开放核心协议与评测，生产执行保持最小权限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5B148-5D1F-4537-A3F9-FA98D6B1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开源让方法可复核，权限边界让企业敢接入。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087A0-6162-4BAB-A330-AD81D886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52100-DC21-426D-A8C6-4C4A9488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已开放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B56DF-06A7-488A-B93B-5AA4D148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代码、Schema、12 场景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Worker Skill、证据格式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评测与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71EC2-5C2C-4783-A0E5-4EEC2089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895DD-04D1-4789-A395-90389E13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774B9-E13E-4B0F-B11B-8CC73359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合规边界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5BB15-591E-4257-B951-8EB191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Apache-2.0、SBOM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合成数据；不提交密钥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第三方依赖披露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F4206-D920-4805-B876-4B264E48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593CA-F654-4F44-B67A-09CECA89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5C9B9-B87D-4EC1-99DB-760BC6DE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下一阶段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14683-2A26-4FAD-A64E-7C3AA963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真实 AgentTeams Runtime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只读 SLS / MCP / RAG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AgentLoop / Studio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C8DDB-D6C4-4FC2-BC90-2672A75A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81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C9FCF-D105-4171-95E6-0E8A885D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863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当前状态：本地动态控制面已实测；Controller / Matrix、真实 SLS 与 canary 仍待外部环境。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292F55-7BCA-46A5-9F16-5A84BD14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00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6348B-6075-4A58-8CB0-82DEDF7E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原则：组件数量不计分；只在闭环证据需要时引入，并披露替换原因与迁移成本。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E59EB-0099-4A81-8133-169352BB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D46D0-0FF6-44D1-8C27-008A28AB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68574946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1B84F2-61C8-4C1A-858D-D03B1760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团队与提交物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30797-E4E0-4BCF-AE8C-2A49EEF5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AsoulAI 交付完整复赛包，不只是一个概念 PPT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571A1-8249-4B12-B656-054A23C7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方案、代码、Demo、评测、Trace、审计和开放计划均可独立进入与复核。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00A48-5771-4B87-BAB4-57060752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190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D5316-3E6D-493A-9BA4-5986FAAF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队伍名称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F4A4D-89EA-4F03-A553-E88ED9C4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AsoulAI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6F9CD-3F75-4A48-98C4-6CFF756A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31432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70F44-1FC8-4921-BF41-B36DC507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作品名称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D75DB2-57C8-4BC6-9EA9-89893175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ChronosFix：软件故障时间机器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3E6CE-B52A-4ABB-A162-6C784E14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4000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B6A29-7CA9-4C6A-8590-51098F7A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62150"/>
            <a:ext cx="365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E9A99-4019-492B-A6A4-04C4A06E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43150"/>
            <a:ext cx="358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https://asoul-official.github.io/asoulai-chronosfix/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55ABEC-DB60-4EDA-91BB-8711BECF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C5FB3B-B73D-4B9E-A934-28107962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代码仓库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FBA4B-BC6D-4381-9391-0D67A3E6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github.com/ASOUL-Official/
asoulai-chronosfix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2D0971-E418-4BF6-95EB-535E1BAD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AFBEF8-87D5-47B2-9003-AC3580B2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方案材料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32FC2-ED46-42EF-A00B-23BDCD80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submission/ChronosFix_复赛方案.pptx / .pdf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9FA537-CBBC-4CAA-9302-959AC903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8081B4-B75C-4191-A244-244FD57A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可验证证据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D0C899-9AE8-4840-83B5-33BA6BA6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evidence/ + evaluation-corpus/ + run-manifest.json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FEFBFA-4777-4E18-A0D8-AB3DB779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91FCA4-8DE3-4AE0-8B45-3669A6A8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核心结论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723ACC-B924-4EA5-B0CE-9E5E37D9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根因可证明｜补丁可验证｜发布可审计｜事故可复用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51BE4-1766-48C0-AA24-E0D1CFCB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67350"/>
            <a:ext cx="967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1828"/>
                </a:solidFill>
              </a:defRPr>
            </a:pPr>
            <a:r>
              <a:rPr sz="1725" b="1">
                <a:solidFill>
                  <a:srgbClr val="101828"/>
                </a:solidFill>
              </a:rPr>
              <a:t>A-CFX：让每次软件变更都携带证据，让每次事故都沉淀为质量资产。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B7921B-2589-4CE8-80A0-158C15D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8F877A-34C5-41E1-90B9-4E681060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665142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2026-08-31T07:39:25.3600000Z</dcterms:created>
  <dcterms:modified xsi:type="dcterms:W3CDTF">2026-08-31T07:39:25.3600000Z</dcterms:modified>
</coreProperties>
</file>