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20b65181ef4bf2" /><Relationship Type="http://schemas.openxmlformats.org/officeDocument/2006/relationships/extended-properties" Target="/docProps/app.xml" Id="R945c8b3d1d384119" /><Relationship Type="http://schemas.openxmlformats.org/officeDocument/2006/relationships/officeDocument" Target="/ppt/presentation.xml" Id="R1e008c1bf17a4c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a2854b73dd46c7"/>
  </p:sldMasterIdLst>
  <p:notesMasterIdLst>
    <p:notesMasterId xmlns:r="http://schemas.openxmlformats.org/officeDocument/2006/relationships" r:id="Rb77e2476fd68434a"/>
  </p:notesMasterIdLst>
  <p:sldIdLst>
    <p:sldId xmlns:r="http://schemas.openxmlformats.org/officeDocument/2006/relationships" id="256" r:id="R82102e28fc1a48b7"/>
    <p:sldId xmlns:r="http://schemas.openxmlformats.org/officeDocument/2006/relationships" id="257" r:id="R3e327d96452d4056"/>
    <p:sldId xmlns:r="http://schemas.openxmlformats.org/officeDocument/2006/relationships" id="258" r:id="Rf93499a5de6a437e"/>
    <p:sldId xmlns:r="http://schemas.openxmlformats.org/officeDocument/2006/relationships" id="259" r:id="R868a526d51734c93"/>
    <p:sldId xmlns:r="http://schemas.openxmlformats.org/officeDocument/2006/relationships" id="260" r:id="Re76dbae6390b4fe0"/>
    <p:sldId xmlns:r="http://schemas.openxmlformats.org/officeDocument/2006/relationships" id="261" r:id="R6df5bedacb6e4d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fd77f9b8b84759" /><Relationship Type="http://schemas.openxmlformats.org/officeDocument/2006/relationships/slideMaster" Target="/ppt/slideMasters/slideMaster1.xml" Id="R92a2854b73dd46c7" /><Relationship Type="http://schemas.openxmlformats.org/officeDocument/2006/relationships/notesMaster" Target="/ppt/notesMasters/notesMaster1.xml" Id="Rb77e2476fd68434a" /><Relationship Type="http://schemas.openxmlformats.org/officeDocument/2006/relationships/presProps" Target="/ppt/presProps.xml" Id="R74a24ed5c55e4590" /><Relationship Type="http://schemas.openxmlformats.org/officeDocument/2006/relationships/tableStyles" Target="/ppt/tableStyles.xml" Id="R009e85d81242418a" /><Relationship Type="http://schemas.openxmlformats.org/officeDocument/2006/relationships/slide" Target="/ppt/slides/slide1.xml" Id="R82102e28fc1a48b7" /><Relationship Type="http://schemas.openxmlformats.org/officeDocument/2006/relationships/slide" Target="/ppt/slides/slide2.xml" Id="R3e327d96452d4056" /><Relationship Type="http://schemas.openxmlformats.org/officeDocument/2006/relationships/slide" Target="/ppt/slides/slide3.xml" Id="Rf93499a5de6a437e" /><Relationship Type="http://schemas.openxmlformats.org/officeDocument/2006/relationships/slide" Target="/ppt/slides/slide4.xml" Id="R868a526d51734c93" /><Relationship Type="http://schemas.openxmlformats.org/officeDocument/2006/relationships/slide" Target="/ppt/slides/slide5.xml" Id="Re76dbae6390b4fe0" /><Relationship Type="http://schemas.openxmlformats.org/officeDocument/2006/relationships/slide" Target="/ppt/slides/slide6.xml" Id="R6df5bedacb6e4d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b97a639ba546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06d6665e874efb" /><Relationship Type="http://schemas.openxmlformats.org/officeDocument/2006/relationships/notesMaster" Target="/ppt/notesMasters/notesMaster1.xml" Id="Rbca1477bf92148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31318754f44590" /><Relationship Type="http://schemas.openxmlformats.org/officeDocument/2006/relationships/notesMaster" Target="/ppt/notesMasters/notesMaster1.xml" Id="R179832cb75e84d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b1468a24cf4934" /><Relationship Type="http://schemas.openxmlformats.org/officeDocument/2006/relationships/notesMaster" Target="/ppt/notesMasters/notesMaster1.xml" Id="Rb179ae0ae2c64c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1eefc4bcc14e46" /><Relationship Type="http://schemas.openxmlformats.org/officeDocument/2006/relationships/notesMaster" Target="/ppt/notesMasters/notesMaster1.xml" Id="Rd6a21165bdc942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15f5f7586fd47af" /><Relationship Type="http://schemas.openxmlformats.org/officeDocument/2006/relationships/notesMaster" Target="/ppt/notesMasters/notesMaster1.xml" Id="R71257ad84ea343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d4f104232e4908" /><Relationship Type="http://schemas.openxmlformats.org/officeDocument/2006/relationships/notesMaster" Target="/ppt/notesMasters/notesMaster1.xml" Id="Rce566bf8a4d44b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0:00–0:12 开门见山：ChronosFix 不承诺替研发做判断，而是让每个修复决定携带证据。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docs/semifinal-reviewer-response.md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0:12–0:27 先讲结果：48.72% 到 6.25% 的既有评测口径、8 个强制故障变体、14 条证据声明；新增本地真实执行与 61 项测试。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docs/evaluation-corpus-results.md</a:t>
            </a:r>
          </a:p>
          <a:p xmlns:a="http://schemas.openxmlformats.org/drawingml/2006/main">
            <a:r>
              <a:t>- Internal: tests/ (pytest collection: 61)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0:27–0:43 现场重点：Controller 用 Popen 启动真实 Worker 子进程。点击失败后，#01 的 PID 结束，#02 接管；事件落 SQLite Matrix。官方 AgentTeams/Matrix 仍写 pending。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Internal: src/chronosfix/runtime/store.py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0:43–0:58 证据重点：补丁先在临时 checkout 中反复验证，再进入 RiskGate；最后用 DSSE + Ed25519 把输入、结果、边界绑定成可验签声明。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scripts/run_patch_sandbox.py</a:t>
            </a:r>
          </a:p>
          <a:p xmlns:a="http://schemas.openxmlformats.org/drawingml/2006/main">
            <a:r>
              <a:t>- Internal: src/chronosfix/attestation.py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0:58–1:13 三个现场动作：重派、动态插证据、旧审批失效。再点 Badcase：系统必须 abstain/indeterminate，而不是生成一个看似完整的 PR。Cloudflare 事故只作为公开只读事实来源。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repair-cockpit/index.html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External: https://blog.cloudflare.com/cloudflare-outage/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1:13–1:30 收束：本地执行闭环已可复核，官方产品与真实云服务仍明确列为迁移边界；人工 baseline 等真实观察完成后再更新。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docs/requirements-matrix.md</a:t>
            </a:r>
          </a:p>
          <a:p xmlns:a="http://schemas.openxmlformats.org/drawingml/2006/main">
            <a:r>
              <a:t>- Internal: baseline/human-study-protocol.json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38349dec2042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c95565624f4405" /><Relationship Type="http://schemas.openxmlformats.org/officeDocument/2006/relationships/slideLayout" Target="/ppt/slideLayouts/slideLayout1.xml" Id="R5efafa4699a547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fafa4699a547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2beb7cbae4882" /><Relationship Type="http://schemas.openxmlformats.org/officeDocument/2006/relationships/notesSlide" Target="/ppt/notesSlides/notesSlide1.xml" Id="Rc1d9d50c27b64d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951f1b09746d8" /><Relationship Type="http://schemas.openxmlformats.org/officeDocument/2006/relationships/notesSlide" Target="/ppt/notesSlides/notesSlide2.xml" Id="Rc77d318ceed647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f14780ef94dc7" /><Relationship Type="http://schemas.openxmlformats.org/officeDocument/2006/relationships/notesSlide" Target="/ppt/notesSlides/notesSlide3.xml" Id="R19d402d7f6d84a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970afd0ddd4160" /><Relationship Type="http://schemas.openxmlformats.org/officeDocument/2006/relationships/notesSlide" Target="/ppt/notesSlides/notesSlide4.xml" Id="R00ab2de81a824a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dbfee2c4a4508" /><Relationship Type="http://schemas.openxmlformats.org/officeDocument/2006/relationships/notesSlide" Target="/ppt/notesSlides/notesSlide5.xml" Id="R5e27b200ce4d46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11249daca498d" /><Relationship Type="http://schemas.openxmlformats.org/officeDocument/2006/relationships/notesSlide" Target="/ppt/notesSlides/notesSlide6.xml" Id="R757070a4eaaa4f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带证据的软件修复引擎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90 秒：从事故到可验证补丁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真实本地执行 · 现场按钮 · 明确边界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结果先行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我们交付的不是答案，而是敢合并的证据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同一 run_id 绑定事故、因果、补丁、门禁与审计材料。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真实执行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本地 Controller 拉起真实子进程，失败后切换到不同 Worker 实例。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可审计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SQLite Matrix 事件日志 + measured duration + DSSE 签名。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可拒答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Badcase 不乱归因：abstain / indeterminate /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61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一句话：每个发布决定都能回答“谁做的、凭什么、失败怎么办”。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 · AgentTeams 多 Agent 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本地 Controller：真的启动 Worker，不读取静态 JSON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Manager 根据证据自由组合 Agent/Skill；本地 Controller 记录 PID、duration_ms、SQLite Matrix，官方 AgentTeams 仍明确标 pending。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 | run 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 | 重派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事件融合 | 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 | 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 | 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 | 隔离 CI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 | 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一次现场演示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#01 超时 → #02 接管，两个 PID、两个 attempt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状态可追溯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revision + dedup_key 防止重复事件污染状态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真值边界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local executed / official AgentTeams 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证据链 · 补丁先过隔离 CI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每次运行不是截图，而是可验证的变更证明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Trace、checks、RiskGate、run-manifest 与 DSSE 共同绑定同一 run_id。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PID、起止时间、duration_ms、parent span；可导出 OTLP JSON。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隔离 CI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临时 checkout + 允许路径白名单；补丁前测试失败、应用后通过、反向补丁复原。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质量证据不完整、审批过期或工具被拒绝时，发布保持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文件 SHA-256、source commit、测试摘要与边界声明全部可复核。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Measured 与 derived 分开；没有真实外部调用就不伪造 success_rate。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草案只读取已选 changes、rollback、checks 与 gate。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证明载体：evidence/ + DSSE envelope + local-infra 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现场按钮 · 失败就停，证据才继续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三次点击把复杂边界变成可观察状态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失败重派｜新证据插入｜旧审批失效｜Badcase 拒答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按钮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timeout/crash → 备份实例；记录两个 PID 与 attempt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按钮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evidence-insert → 动态任务 + revision 增长 + 重新评估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按钮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stale-approval → 拒绝旧 revision；必须重新审批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Badcase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不支持根因 / 来源冲突 → abstain 或 indeterminate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阻断，不生成 patch / PR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 → abstain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 → abstain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 → indeterminate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等待来源级证据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公开事故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Cloudflare 2019 WAF regex：事实与项目推断分栏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只读来源，不冒充生产事故日志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交付 · 现在能验收，下一步能迁移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ChronosFix：把每次修复变成可携带证明的变更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代码、Demo、评测、Trace、审计与边界声明可独立复核。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本地已执行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Controller + SQLite Matrix + 隔离补丁 CI + DSSE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证据包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14 条声明；release identity 由同一 manifest 绑定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现场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repair-cockpit/ · 三个动作按钮 + Badcase 拒答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真实边界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AgentTeams/Matrix、RocketMQ、PolarDB、Nacos、Higress、Trace 平台待接入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复赛材料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90 秒 PPTX / 矢量 PDF / ZIP / Git commit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人工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协议已准备，结果留待真实参与者完成后再写入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根因可证明｜补丁可验证｜发布可审计｜边界不夸大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请现场点击 Demo：失败会重派，证据会改写，旧审批会失效。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2026-08-31T05:56:42.0200000Z</dcterms:created>
  <dcterms:modified xsi:type="dcterms:W3CDTF">2026-08-31T05:56:42.0200000Z</dcterms:modified>
</coreProperties>
</file>