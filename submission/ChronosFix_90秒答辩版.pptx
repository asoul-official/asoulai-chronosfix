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37cda38fc154e31" /><Relationship Type="http://schemas.openxmlformats.org/officeDocument/2006/relationships/extended-properties" Target="/docProps/app.xml" Id="Re900034585d4431e" /><Relationship Type="http://schemas.openxmlformats.org/officeDocument/2006/relationships/officeDocument" Target="/ppt/presentation.xml" Id="R6b68b1cc7c674d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e743d2c9204a1b"/>
  </p:sldMasterIdLst>
  <p:notesMasterIdLst>
    <p:notesMasterId xmlns:r="http://schemas.openxmlformats.org/officeDocument/2006/relationships" r:id="R434c1ed28946462c"/>
  </p:notesMasterIdLst>
  <p:sldIdLst>
    <p:sldId xmlns:r="http://schemas.openxmlformats.org/officeDocument/2006/relationships" id="256" r:id="R791c99a4d1004c5d"/>
    <p:sldId xmlns:r="http://schemas.openxmlformats.org/officeDocument/2006/relationships" id="257" r:id="Rae181c6d9e294a2d"/>
    <p:sldId xmlns:r="http://schemas.openxmlformats.org/officeDocument/2006/relationships" id="258" r:id="R8e9786ba8c0744dd"/>
    <p:sldId xmlns:r="http://schemas.openxmlformats.org/officeDocument/2006/relationships" id="259" r:id="Rece0b63959894d76"/>
    <p:sldId xmlns:r="http://schemas.openxmlformats.org/officeDocument/2006/relationships" id="260" r:id="R8cba1aa9bbec4f68"/>
    <p:sldId xmlns:r="http://schemas.openxmlformats.org/officeDocument/2006/relationships" id="261" r:id="R8ce29eaf43c14f6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681ed406cb4073" /><Relationship Type="http://schemas.openxmlformats.org/officeDocument/2006/relationships/slideMaster" Target="/ppt/slideMasters/slideMaster1.xml" Id="R6be743d2c9204a1b" /><Relationship Type="http://schemas.openxmlformats.org/officeDocument/2006/relationships/notesMaster" Target="/ppt/notesMasters/notesMaster1.xml" Id="R434c1ed28946462c" /><Relationship Type="http://schemas.openxmlformats.org/officeDocument/2006/relationships/presProps" Target="/ppt/presProps.xml" Id="Rf6606ca15e2348be" /><Relationship Type="http://schemas.openxmlformats.org/officeDocument/2006/relationships/tableStyles" Target="/ppt/tableStyles.xml" Id="R04d9713e2f1f4474" /><Relationship Type="http://schemas.openxmlformats.org/officeDocument/2006/relationships/slide" Target="/ppt/slides/slide1.xml" Id="R791c99a4d1004c5d" /><Relationship Type="http://schemas.openxmlformats.org/officeDocument/2006/relationships/slide" Target="/ppt/slides/slide2.xml" Id="Rae181c6d9e294a2d" /><Relationship Type="http://schemas.openxmlformats.org/officeDocument/2006/relationships/slide" Target="/ppt/slides/slide3.xml" Id="R8e9786ba8c0744dd" /><Relationship Type="http://schemas.openxmlformats.org/officeDocument/2006/relationships/slide" Target="/ppt/slides/slide4.xml" Id="Rece0b63959894d76" /><Relationship Type="http://schemas.openxmlformats.org/officeDocument/2006/relationships/slide" Target="/ppt/slides/slide5.xml" Id="R8cba1aa9bbec4f68" /><Relationship Type="http://schemas.openxmlformats.org/officeDocument/2006/relationships/slide" Target="/ppt/slides/slide6.xml" Id="R8ce29eaf43c14f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47bcffbe95a4d8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b76195f5304c97" /><Relationship Type="http://schemas.openxmlformats.org/officeDocument/2006/relationships/notesMaster" Target="/ppt/notesMasters/notesMaster1.xml" Id="R4a1aba9e7e2941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64b72bc0af441a" /><Relationship Type="http://schemas.openxmlformats.org/officeDocument/2006/relationships/notesMaster" Target="/ppt/notesMasters/notesMaster1.xml" Id="Ra416463c4b554d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2926c37b604d6e" /><Relationship Type="http://schemas.openxmlformats.org/officeDocument/2006/relationships/notesMaster" Target="/ppt/notesMasters/notesMaster1.xml" Id="R1205dee6b01641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0e6cab8b994344" /><Relationship Type="http://schemas.openxmlformats.org/officeDocument/2006/relationships/notesMaster" Target="/ppt/notesMasters/notesMaster1.xml" Id="Rea775e19a2fd47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905a6044a04f8a" /><Relationship Type="http://schemas.openxmlformats.org/officeDocument/2006/relationships/notesMaster" Target="/ppt/notesMasters/notesMaster1.xml" Id="R71d16c5b33004de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eeeab2623bc41f3" /><Relationship Type="http://schemas.openxmlformats.org/officeDocument/2006/relationships/notesMaster" Target="/ppt/notesMasters/notesMaster1.xml" Id="R474b6c2b4c064f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0:00–0:12 开门见山：ChronosFix 不承诺替研发做判断，而是让每个修复决定携带证据。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docs/semifinal-reviewer-response.md</a:t>
            </a:r>
          </a:p>
          <a:p xmlns:a="http://schemas.openxmlformats.org/drawingml/2006/main">
            <a:r>
              <a:t>- Internal: evidence/release-manifest.json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0:12–0:27 先讲结果：48.72% 到 6.25% 的既有评测口径、8 个强制故障变体、14 条证据声明；新增本地真实执行与 54 项测试。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docs/evaluation-corpus-results.md</a:t>
            </a:r>
          </a:p>
          <a:p xmlns:a="http://schemas.openxmlformats.org/drawingml/2006/main">
            <a:r>
              <a:t>- Internal: tests/ (pytest collection: 54)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0:27–0:43 现场重点：Controller 用 Popen 启动真实 Worker 子进程。点击失败后，#01 的 PID 结束，#02 接管；事件落 SQLite Matrix。官方 AgentTeams/Matrix 仍写 pending。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src/chronosfix/runtime/controller.py</a:t>
            </a:r>
          </a:p>
          <a:p xmlns:a="http://schemas.openxmlformats.org/drawingml/2006/main">
            <a:r>
              <a:t>- Internal: src/chronosfix/runtime/store.py</a:t>
            </a:r>
          </a:p>
          <a:p xmlns:a="http://schemas.openxmlformats.org/drawingml/2006/main">
            <a:r>
              <a:t>- Internal: deploy/infra-boundaries.json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0:43–0:58 证据重点：补丁先在临时 checkout 中反复验证，再进入 RiskGate；最后用 DSSE + Ed25519 把输入、结果、边界绑定成可验签声明。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scripts/run_patch_sandbox.py</a:t>
            </a:r>
          </a:p>
          <a:p xmlns:a="http://schemas.openxmlformats.org/drawingml/2006/main">
            <a:r>
              <a:t>- Internal: src/chronosfix/attestation.py</a:t>
            </a:r>
          </a:p>
          <a:p xmlns:a="http://schemas.openxmlformats.org/drawingml/2006/main">
            <a:r>
              <a:t>- Internal: evidence/release-manifest.json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0:58–1:13 三个现场动作：重派、动态插证据、旧审批失效。再点 Badcase：系统必须 abstain/indeterminate，而不是生成一个看似完整的 PR。Cloudflare 事故只作为公开只读事实来源。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repair-cockpit/index.html</a:t>
            </a:r>
          </a:p>
          <a:p xmlns:a="http://schemas.openxmlformats.org/drawingml/2006/main">
            <a:r>
              <a:t>- Internal: src/chronosfix/runtime/controller.py</a:t>
            </a:r>
          </a:p>
          <a:p xmlns:a="http://schemas.openxmlformats.org/drawingml/2006/main">
            <a:r>
              <a:t>- External: https://blog.cloudflare.com/cloudflare-outage/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1:13–1:30 收束：本地执行闭环已可复核，官方产品与真实云服务仍明确列为迁移边界；人工 baseline 等真实观察完成后再更新。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docs/requirements-matrix.md</a:t>
            </a:r>
          </a:p>
          <a:p xmlns:a="http://schemas.openxmlformats.org/drawingml/2006/main">
            <a:r>
              <a:t>- Internal: baseline/human-study-protocol.json</a:t>
            </a:r>
          </a:p>
          <a:p xmlns:a="http://schemas.openxmlformats.org/drawingml/2006/main">
            <a:r>
              <a:t>- Internal: deploy/infra-boundaries.json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bf73f65dc443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b1d5e567eff4ef4" /><Relationship Type="http://schemas.openxmlformats.org/officeDocument/2006/relationships/slideLayout" Target="/ppt/slideLayouts/slideLayout1.xml" Id="R4be69e26b4d4409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e69e26b4d4409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3e3923b5d34284" /><Relationship Type="http://schemas.openxmlformats.org/officeDocument/2006/relationships/notesSlide" Target="/ppt/notesSlides/notesSlide1.xml" Id="R4bddb5d59d0442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660ecfa33f4e02" /><Relationship Type="http://schemas.openxmlformats.org/officeDocument/2006/relationships/notesSlide" Target="/ppt/notesSlides/notesSlide2.xml" Id="R7949da80359947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265d8f11eb4808" /><Relationship Type="http://schemas.openxmlformats.org/officeDocument/2006/relationships/notesSlide" Target="/ppt/notesSlides/notesSlide3.xml" Id="Raf114961ac09476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ac332c09ca44fc" /><Relationship Type="http://schemas.openxmlformats.org/officeDocument/2006/relationships/notesSlide" Target="/ppt/notesSlides/notesSlide4.xml" Id="R78e9f56841f44d9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a8cc0743e3456f" /><Relationship Type="http://schemas.openxmlformats.org/officeDocument/2006/relationships/notesSlide" Target="/ppt/notesSlides/notesSlide5.xml" Id="Reaa9520cf82f4c8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50b2b639754c7d" /><Relationship Type="http://schemas.openxmlformats.org/officeDocument/2006/relationships/notesSlide" Target="/ppt/notesSlides/notesSlide6.xml" Id="R70259a6c22b842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D9A3AF-6EC5-4674-AE37-01DB5499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10971-89C4-4CAD-9655-CEF39906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GOAI 世界人工智能开源大赛 · Agent Infra · 方向三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3E29F-39F1-4781-82DF-FCAC90CE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AsoulAI ChronosFix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5AAC4-058E-4599-A0FC-19EE4CBE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带证据的软件修复引擎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A6A244-B313-4168-926C-FB344584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D7E3F5"/>
                </a:solidFill>
              </a:defRPr>
            </a:pPr>
            <a:r>
              <a:rPr sz="1800" b="0">
                <a:solidFill>
                  <a:srgbClr val="D7E3F5"/>
                </a:solidFill>
              </a:rPr>
              <a:t>90 秒：从事故到可验证补丁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DC734-3227-4291-A774-E39FE73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790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86AD8-EBB4-4708-8FC6-38F02262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05275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4B8A6"/>
                </a:solidFill>
              </a:defRPr>
            </a:pPr>
            <a:r>
              <a:rPr sz="1050" b="1">
                <a:solidFill>
                  <a:srgbClr val="14B8A6"/>
                </a:solidFill>
              </a:rPr>
              <a:t>官方模板 · 复赛验证版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DB30C-A725-42F3-835A-570A074C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038600"/>
            <a:ext cx="1238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32C2D-7D74-4642-A8E2-392431B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1052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97316"/>
                </a:solidFill>
              </a:defRPr>
            </a:pPr>
            <a:r>
              <a:rPr sz="1050" b="1">
                <a:solidFill>
                  <a:srgbClr val="F97316"/>
                </a:solidFill>
              </a:rPr>
              <a:t>队伍：AsoulAI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34A2C-B6F4-4C7C-8C16-A5686C70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3860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40808-5CEC-4F43-9A49-9C311523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05275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复赛 V1.0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3D05A-1126-4ABC-B157-6CC6C991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7640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6F38F-9008-4433-815E-8D1E2D1B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335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事故证据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0A782-1D61-4790-8258-4FE4538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6DEC2-F70B-43E1-92B2-641E9505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反事实实验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4E9AAA-6266-46B9-B2A4-ACBAC165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ED6FB-D2F8-4F06-AEDF-DD6AAE1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风险门禁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BC367A-0DCA-4ED9-858C-2F721335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08797B-3A26-4229-8EEF-5C3E0B1D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故障基因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D0F2A1-6BBB-4F4A-ADB9-FE7A5AF7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39978E-8EFB-41D2-A10B-D18BB0D9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资产复用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0F93B0-2E6C-4067-9FBB-0AAF53BF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57500"/>
            <a:ext cx="1371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A-CFX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94F545-1B87-422F-876C-1E59A453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7E8"/>
                </a:solidFill>
              </a:defRPr>
            </a:pPr>
            <a:r>
              <a:rPr sz="1125" b="0">
                <a:solidFill>
                  <a:srgbClr val="AFC7E8"/>
                </a:solidFill>
              </a:rPr>
              <a:t>真实本地执行 · 现场按钮 · 明确边界</a:t>
            </a:r>
          </a:p>
        </p:txBody>
      </p:sp>
    </p:spTree>
    <p:extLst>
      <p:ext uri="{BB962C8B-B14F-4D97-AF65-F5344CB8AC3E}">
        <p14:creationId xmlns:p14="http://schemas.microsoft.com/office/powerpoint/2010/main" val="668398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P0 · 结果先行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我们交付的不是答案，而是敢合并的证据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同一 run_id 绑定事故、因果、补丁、门禁与审计材料。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真实执行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本地 Controller 拉起真实子进程，失败后切换到不同 Worker 实例。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可审计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SQLite Matrix 事件日志 + measured duration + DSSE 签名。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可拒答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Badcase 不乱归因：abstain / indeterminate / blocked。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Demo 基线失败率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6.25%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补丁最坏失败率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强制故障变体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证据护照声明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54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自动化测试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一句话：每个发布决定都能回答“谁做的、凭什么、失败怎么办”。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现场 · AgentTeams 多 Agent 协同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本地 Controller：真的启动 Worker，不读取静态 JSON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8 个逻辑 Worker、备份实例、PID、duration_ms、SQLite Matrix；官方 AgentTeams 仍明确标 pending。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Manager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入口路由 | run 状态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Commander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任务拆解 | 重派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事件融合 | 时间线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假设契约 | 可证伪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Universe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 | 故障基因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 / 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补丁竞赛 | 隔离 CI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门禁审计 | Skill 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一次现场演示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Worker #01 超时 → #02 接管，两个 PID、两个 attempt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状态可追溯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revision + dedup_key 防止重复事件污染状态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真值边界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local executed / official AgentTeams pending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证据链 · 补丁先过隔离 CI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每次运行不是截图，而是可验证的变更证明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Trace、checks、RiskGate、run-manifest 与 DSSE 共同绑定同一 run_id。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真实 PID、起止时间、duration_ms、parent span；可导出 OTLP JSON。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隔离 CI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临时 checkout + 允许路径白名单；补丁前测试失败、应用后通过、反向补丁复原。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RiskGate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质量证据不完整、审批过期或工具被拒绝时，发布保持 blocked。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Run Manifest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文件 SHA-256、source commit、测试摘要与边界声明全部可复核。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Measured 与 derived 分开；没有真实外部调用就不伪造 success_rate。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PR 草案只读取已选 changes、rollback、checks 与 gate。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证明载体：evidence/ + DSSE envelope + local-infra report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现场按钮 · 失败就停，证据才继续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三次点击把复杂边界变成可观察状态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Worker 失败重派｜新证据插入｜旧审批失效｜Badcase 拒答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按钮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timeout/crash → 备份实例；记录两个 PID 与 attempt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按钮 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evidence-insert → 动态任务 + revision 增长 + 重新评估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按钮 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stale-approval → 拒绝旧 revision；必须重新审批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Badcase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不支持根因 / 来源冲突 → abstain 或 indeterminate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发布结果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阻断，不生成 patch / PR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code-regression → abstain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queue-backlog → abstain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conflicting-sources → indeterminate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等待来源级证据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公开事故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Cloudflare 2019 WAF regex：事实与项目推断分栏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只读来源，不冒充生产事故日志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1B84F2-61C8-4C1A-858D-D03B1760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交付 · 现在能验收，下一步能迁移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30797-E4E0-4BCF-AE8C-2A49EEF5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AsoulAI ChronosFix：把每次修复变成可携带证明的变更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571A1-8249-4B12-B656-054A23C7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代码、Demo、评测、Trace、审计与边界声明可独立复核。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00A48-5771-4B87-BAB4-57060752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190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D5316-3E6D-493A-9BA4-5986FAAF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本地已执行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F4A4D-89EA-4F03-A553-E88ED9C4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Controller + SQLite Matrix + 隔离补丁 CI + DSSE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6F9CD-3F75-4A48-98C4-6CFF756A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3143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70F44-1FC8-4921-BF41-B36DC507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证据包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D75DB2-57C8-4BC6-9EA9-89893175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14 条声明；release identity 由同一 manifest 绑定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3E6CE-B52A-4ABB-A162-6C784E14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4000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B6A29-7CA9-4C6A-8590-51098F7A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62150"/>
            <a:ext cx="365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现场 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E9A99-4019-492B-A6A4-04C4A06E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43150"/>
            <a:ext cx="358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repair-cockpit/ · 三个动作按钮 + Badcase 拒答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55ABEC-DB60-4EDA-91BB-8711BECF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5FB3B-B73D-4B9E-A934-28107962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真实边界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FBA4B-BC6D-4381-9391-0D67A3E6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AgentTeams/Matrix、RocketMQ、PolarDB、Nacos、Higress、Trace 平台待接入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D0971-E418-4BF6-95EB-535E1BAD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AFBEF8-87D5-47B2-9003-AC3580B2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复赛材料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32FC2-ED46-42EF-A00B-23BDCD80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90 秒 PPTX / 矢量 PDF / ZIP / Git commit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9FA537-CBBC-4CAA-9302-959AC903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081B4-B75C-4191-A244-244FD57A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人工 baseline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D0C899-9AE8-4840-83B5-33BA6BA6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协议已准备，结果留待真实参与者完成后再写入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FEFBFA-4777-4E18-A0D8-AB3DB779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91FCA4-8DE3-4AE0-8B45-3669A6A8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核心结论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23ACC-B924-4EA5-B0CE-9E5E37D9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根因可证明｜补丁可验证｜发布可审计｜边界不夸大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51BE4-1766-48C0-AA24-E0D1CFCB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请现场点击 Demo：失败会重派，证据会改写，旧审批会失效。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B7921B-2589-4CE8-80A0-158C15D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8F877A-34C5-41E1-90B9-4E681060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665142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2026-08-28T06:41:29.7970000Z</dcterms:created>
  <dcterms:modified xsi:type="dcterms:W3CDTF">2026-08-28T06:41:29.7970000Z</dcterms:modified>
</coreProperties>
</file>