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cea466692b4c3a" /><Relationship Type="http://schemas.openxmlformats.org/officeDocument/2006/relationships/extended-properties" Target="/docProps/app.xml" Id="Re0ae851a5314423b" /><Relationship Type="http://schemas.openxmlformats.org/officeDocument/2006/relationships/officeDocument" Target="/ppt/presentation.xml" Id="Rf9953638335842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daaee0e70e4c4e"/>
  </p:sldMasterIdLst>
  <p:notesMasterIdLst>
    <p:notesMasterId xmlns:r="http://schemas.openxmlformats.org/officeDocument/2006/relationships" r:id="R2c4539afd7a24913"/>
  </p:notesMasterIdLst>
  <p:sldIdLst>
    <p:sldId xmlns:r="http://schemas.openxmlformats.org/officeDocument/2006/relationships" id="256" r:id="R444219bc222c426e"/>
    <p:sldId xmlns:r="http://schemas.openxmlformats.org/officeDocument/2006/relationships" id="257" r:id="Rbe0f3af9ee564d25"/>
    <p:sldId xmlns:r="http://schemas.openxmlformats.org/officeDocument/2006/relationships" id="258" r:id="Ra69b0fa83b6145ef"/>
    <p:sldId xmlns:r="http://schemas.openxmlformats.org/officeDocument/2006/relationships" id="259" r:id="Rd61d83991d2448d1"/>
    <p:sldId xmlns:r="http://schemas.openxmlformats.org/officeDocument/2006/relationships" id="260" r:id="Rca1806f00b5049c0"/>
    <p:sldId xmlns:r="http://schemas.openxmlformats.org/officeDocument/2006/relationships" id="261" r:id="Rd68f908e27974c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7c7e49081e408f" /><Relationship Type="http://schemas.openxmlformats.org/officeDocument/2006/relationships/slideMaster" Target="/ppt/slideMasters/slideMaster1.xml" Id="R40daaee0e70e4c4e" /><Relationship Type="http://schemas.openxmlformats.org/officeDocument/2006/relationships/notesMaster" Target="/ppt/notesMasters/notesMaster1.xml" Id="R2c4539afd7a24913" /><Relationship Type="http://schemas.openxmlformats.org/officeDocument/2006/relationships/presProps" Target="/ppt/presProps.xml" Id="R9699d99595a64c36" /><Relationship Type="http://schemas.openxmlformats.org/officeDocument/2006/relationships/tableStyles" Target="/ppt/tableStyles.xml" Id="R9d231e9a33054481" /><Relationship Type="http://schemas.openxmlformats.org/officeDocument/2006/relationships/slide" Target="/ppt/slides/slide1.xml" Id="R444219bc222c426e" /><Relationship Type="http://schemas.openxmlformats.org/officeDocument/2006/relationships/slide" Target="/ppt/slides/slide2.xml" Id="Rbe0f3af9ee564d25" /><Relationship Type="http://schemas.openxmlformats.org/officeDocument/2006/relationships/slide" Target="/ppt/slides/slide3.xml" Id="Ra69b0fa83b6145ef" /><Relationship Type="http://schemas.openxmlformats.org/officeDocument/2006/relationships/slide" Target="/ppt/slides/slide4.xml" Id="Rd61d83991d2448d1" /><Relationship Type="http://schemas.openxmlformats.org/officeDocument/2006/relationships/slide" Target="/ppt/slides/slide5.xml" Id="Rca1806f00b5049c0" /><Relationship Type="http://schemas.openxmlformats.org/officeDocument/2006/relationships/slide" Target="/ppt/slides/slide6.xml" Id="Rd68f908e27974c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8dd46ddca349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6dfb8dd80b4f5c" /><Relationship Type="http://schemas.openxmlformats.org/officeDocument/2006/relationships/notesMaster" Target="/ppt/notesMasters/notesMaster1.xml" Id="R01caf94a69ec47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ad5c9ccf7e43d8" /><Relationship Type="http://schemas.openxmlformats.org/officeDocument/2006/relationships/notesMaster" Target="/ppt/notesMasters/notesMaster1.xml" Id="R95369f2ee8274a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4e732e8c6a4d7c" /><Relationship Type="http://schemas.openxmlformats.org/officeDocument/2006/relationships/notesMaster" Target="/ppt/notesMasters/notesMaster1.xml" Id="Re66b283e21494f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6a4049d2cf42b0" /><Relationship Type="http://schemas.openxmlformats.org/officeDocument/2006/relationships/notesMaster" Target="/ppt/notesMasters/notesMaster1.xml" Id="Ra0a213e939244f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47574cce1a47d1" /><Relationship Type="http://schemas.openxmlformats.org/officeDocument/2006/relationships/notesMaster" Target="/ppt/notesMasters/notesMaster1.xml" Id="Rd79203b044e04e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0733d3027b473e" /><Relationship Type="http://schemas.openxmlformats.org/officeDocument/2006/relationships/notesMaster" Target="/ppt/notesMasters/notesMaster1.xml" Id="R566dcfeb340e4a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条证据声明；Manager 会按证据自由组合 Agent/Skill 并编译为任务 DAG，当前 66 项测试全绿。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(unittest collection: 66)</a:t>
            </a:r>
          </a:p>
          <a:p xmlns:a="http://schemas.openxmlformats.org/drawingml/2006/main">
            <a:r>
              <a:t>- Internal: evidence/local-controller-evidence.json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子进程；PatchTournament 让 4 个候选在同一故障族上竞争，胜者由 Worker 结果写入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evidence/local-controller-evidence.json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6a61c03314b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3dade900fd4de8" /><Relationship Type="http://schemas.openxmlformats.org/officeDocument/2006/relationships/slideLayout" Target="/ppt/slideLayouts/slideLayout1.xml" Id="Rf67bfc5106314c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7bfc5106314c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491ff851e4f70" /><Relationship Type="http://schemas.openxmlformats.org/officeDocument/2006/relationships/notesSlide" Target="/ppt/notesSlides/notesSlide1.xml" Id="Rd4bd3b8a4b8342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118e2154e41c1" /><Relationship Type="http://schemas.openxmlformats.org/officeDocument/2006/relationships/notesSlide" Target="/ppt/notesSlides/notesSlide2.xml" Id="R2c7799698d9743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b6583904c42a7" /><Relationship Type="http://schemas.openxmlformats.org/officeDocument/2006/relationships/notesSlide" Target="/ppt/notesSlides/notesSlide3.xml" Id="Rece567f19c6f43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08e738bca4a06" /><Relationship Type="http://schemas.openxmlformats.org/officeDocument/2006/relationships/notesSlide" Target="/ppt/notesSlides/notesSlide4.xml" Id="R116ff24415ce4c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7028f714748a4" /><Relationship Type="http://schemas.openxmlformats.org/officeDocument/2006/relationships/notesSlide" Target="/ppt/notesSlides/notesSlide5.xml" Id="R2b747a4d0f1b42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bac35c7044bef" /><Relationship Type="http://schemas.openxmlformats.org/officeDocument/2006/relationships/notesSlide" Target="/ppt/notesSlides/notesSlide6.xml" Id="Rbce5ebd6e8d843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拉起真实子进程；4 个候选在同一故障族上竞争。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Manager 根据证据自由组合并编译 DAG；本地 Controller 记录 PID、duration_ms、SQLite Matrix 与 patch_tournament_completed，官方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Trace、checks、RiskGate、patch_tournament_completed、run-manifest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重派｜增量重算｜4 方案竞赛｜旧审批失效｜Badcase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现场按钮 + 4 方案竞赛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2026-09-02T05:23:52.2180000Z</dcterms:created>
  <dcterms:modified xsi:type="dcterms:W3CDTF">2026-09-02T05:23:52.2180000Z</dcterms:modified>
</coreProperties>
</file>