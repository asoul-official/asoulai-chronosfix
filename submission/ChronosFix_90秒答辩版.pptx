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c09a39b7e4cdd" /><Relationship Type="http://schemas.openxmlformats.org/officeDocument/2006/relationships/extended-properties" Target="/docProps/app.xml" Id="R53d0aa1f50384eca" /><Relationship Type="http://schemas.openxmlformats.org/officeDocument/2006/relationships/officeDocument" Target="/ppt/presentation.xml" Id="Rce2762ad98ad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57cf8d6ee407a"/>
  </p:sldMasterIdLst>
  <p:notesMasterIdLst>
    <p:notesMasterId xmlns:r="http://schemas.openxmlformats.org/officeDocument/2006/relationships" r:id="Rfdf465bad989466e"/>
  </p:notesMasterIdLst>
  <p:sldIdLst>
    <p:sldId xmlns:r="http://schemas.openxmlformats.org/officeDocument/2006/relationships" id="256" r:id="R65e20ee9337248cd"/>
    <p:sldId xmlns:r="http://schemas.openxmlformats.org/officeDocument/2006/relationships" id="257" r:id="Rc1b50622f4a8420c"/>
    <p:sldId xmlns:r="http://schemas.openxmlformats.org/officeDocument/2006/relationships" id="258" r:id="R9ce30ae7a00c4255"/>
    <p:sldId xmlns:r="http://schemas.openxmlformats.org/officeDocument/2006/relationships" id="259" r:id="Ree39a72528c2468a"/>
    <p:sldId xmlns:r="http://schemas.openxmlformats.org/officeDocument/2006/relationships" id="260" r:id="R1979901f664843fd"/>
    <p:sldId xmlns:r="http://schemas.openxmlformats.org/officeDocument/2006/relationships" id="261" r:id="R2eddd90e7cd1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b7a29a5fc4da9" /><Relationship Type="http://schemas.openxmlformats.org/officeDocument/2006/relationships/slideMaster" Target="/ppt/slideMasters/slideMaster1.xml" Id="R6a657cf8d6ee407a" /><Relationship Type="http://schemas.openxmlformats.org/officeDocument/2006/relationships/notesMaster" Target="/ppt/notesMasters/notesMaster1.xml" Id="Rfdf465bad989466e" /><Relationship Type="http://schemas.openxmlformats.org/officeDocument/2006/relationships/presProps" Target="/ppt/presProps.xml" Id="Re48926bfc6744d84" /><Relationship Type="http://schemas.openxmlformats.org/officeDocument/2006/relationships/tableStyles" Target="/ppt/tableStyles.xml" Id="R7c8501918e06420b" /><Relationship Type="http://schemas.openxmlformats.org/officeDocument/2006/relationships/slide" Target="/ppt/slides/slide1.xml" Id="R65e20ee9337248cd" /><Relationship Type="http://schemas.openxmlformats.org/officeDocument/2006/relationships/slide" Target="/ppt/slides/slide2.xml" Id="Rc1b50622f4a8420c" /><Relationship Type="http://schemas.openxmlformats.org/officeDocument/2006/relationships/slide" Target="/ppt/slides/slide3.xml" Id="R9ce30ae7a00c4255" /><Relationship Type="http://schemas.openxmlformats.org/officeDocument/2006/relationships/slide" Target="/ppt/slides/slide4.xml" Id="Ree39a72528c2468a" /><Relationship Type="http://schemas.openxmlformats.org/officeDocument/2006/relationships/slide" Target="/ppt/slides/slide5.xml" Id="R1979901f664843fd" /><Relationship Type="http://schemas.openxmlformats.org/officeDocument/2006/relationships/slide" Target="/ppt/slides/slide6.xml" Id="R2eddd90e7cd1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f95ba34f6b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051e027c14a63" /><Relationship Type="http://schemas.openxmlformats.org/officeDocument/2006/relationships/notesMaster" Target="/ppt/notesMasters/notesMaster1.xml" Id="Ra0330d66eddd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54b65016a4c04" /><Relationship Type="http://schemas.openxmlformats.org/officeDocument/2006/relationships/notesMaster" Target="/ppt/notesMasters/notesMaster1.xml" Id="R2e64a773f023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93e2af90b4eb6" /><Relationship Type="http://schemas.openxmlformats.org/officeDocument/2006/relationships/notesMaster" Target="/ppt/notesMasters/notesMaster1.xml" Id="R9cceb52e5ef84b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0978b490a4872" /><Relationship Type="http://schemas.openxmlformats.org/officeDocument/2006/relationships/notesMaster" Target="/ppt/notesMasters/notesMaster1.xml" Id="Rc23d00b9e85f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d3d1ad10b426c" /><Relationship Type="http://schemas.openxmlformats.org/officeDocument/2006/relationships/notesMaster" Target="/ppt/notesMasters/notesMaster1.xml" Id="Raf774a14a288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f0cf4db1c42cb" /><Relationship Type="http://schemas.openxmlformats.org/officeDocument/2006/relationships/notesMaster" Target="/ppt/notesMasters/notesMaster1.xml" Id="R5d154ee1c2ab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0:00–0:12 开门见山：ChronosFix 不承诺替研发做判断，而是让每个修复决定携带证据。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docs/semifinal-reviewer-response.md</a:t>
            </a:r>
          </a:p>
          <a:p xmlns:a="http://schemas.openxmlformats.org/drawingml/2006/main">
            <a:r>
              <a:t>- Internal: evidence/release-manifest.json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0:12–0:27 先讲结果：48.72% 到 6.25% 的既有评测口径、8 个强制故障变体、14 条证据声明；Manager 会按证据自由组合 Agent/Skill 并编译为任务 DAG，当前 66 项测试全绿。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docs/evaluation-corpus-results.md</a:t>
            </a:r>
          </a:p>
          <a:p xmlns:a="http://schemas.openxmlformats.org/drawingml/2006/main">
            <a:r>
              <a:t>- Internal: tests/ (unittest collection: 66)</a:t>
            </a:r>
          </a:p>
          <a:p xmlns:a="http://schemas.openxmlformats.org/drawingml/2006/main">
            <a:r>
              <a:t>- Internal: evidence/local-controller-evidence.json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0:27–0:43 现场重点：Controller 用 Popen 启动真实 Worker 子进程；PatchTournament 让 4 个候选在同一故障族上竞争，胜者由 Worker 结果写入 SQLite Matrix。官方 AgentTeams/Matrix 仍写 pending。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src/chronosfix/runtime/controller.py</a:t>
            </a:r>
          </a:p>
          <a:p xmlns:a="http://schemas.openxmlformats.org/drawingml/2006/main">
            <a:r>
              <a:t>- Internal: src/chronosfix/runtime/store.py</a:t>
            </a:r>
          </a:p>
          <a:p xmlns:a="http://schemas.openxmlformats.org/drawingml/2006/main">
            <a:r>
              <a:t>- Internal: evidence/local-controller-evidence.json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0:43–0:58 证据重点：补丁先在临时 checkout 中反复验证，再进入 RiskGate；最后用 DSSE + Ed25519 把输入、结果、边界绑定成可验签声明。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scripts/run_patch_sandbox.py</a:t>
            </a:r>
          </a:p>
          <a:p xmlns:a="http://schemas.openxmlformats.org/drawingml/2006/main">
            <a:r>
              <a:t>- Internal: src/chronosfix/attestation.py</a:t>
            </a:r>
          </a:p>
          <a:p xmlns:a="http://schemas.openxmlformats.org/drawingml/2006/main">
            <a:r>
              <a:t>- Internal: evidence/release-manifest.json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0:58–1:13 三个现场动作：重派、动态插证据、旧审批失效。再点 Badcase：系统必须 abstain/indeterminate，而不是生成一个看似完整的 PR。Cloudflare 事故只作为公开只读事实来源。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repair-cockpit/index.html</a:t>
            </a:r>
          </a:p>
          <a:p xmlns:a="http://schemas.openxmlformats.org/drawingml/2006/main">
            <a:r>
              <a:t>- Internal: src/chronosfix/runtime/controller.py</a:t>
            </a:r>
          </a:p>
          <a:p xmlns:a="http://schemas.openxmlformats.org/drawingml/2006/main">
            <a:r>
              <a:t>- External: https://blog.cloudflare.com/cloudflare-outage/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1:13–1:30 收束：本地执行闭环已可复核，官方产品与真实云服务仍明确列为迁移边界；人工 baseline 等真实观察完成后再更新。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docs/requirements-matrix.md</a:t>
            </a:r>
          </a:p>
          <a:p xmlns:a="http://schemas.openxmlformats.org/drawingml/2006/main">
            <a:r>
              <a:t>- Internal: baseline/human-study-protocol.json</a:t>
            </a:r>
          </a:p>
          <a:p xmlns:a="http://schemas.openxmlformats.org/drawingml/2006/main">
            <a:r>
              <a:t>- Internal: deploy/infra-boundaries.json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c31b7ebba4b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48a2e387d4477" /><Relationship Type="http://schemas.openxmlformats.org/officeDocument/2006/relationships/slideLayout" Target="/ppt/slideLayouts/slideLayout1.xml" Id="R5d0e5471c83a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e5471c83a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1cc2d26514dbb" /><Relationship Type="http://schemas.openxmlformats.org/officeDocument/2006/relationships/notesSlide" Target="/ppt/notesSlides/notesSlide1.xml" Id="R08334bc9b167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e44119d96483a" /><Relationship Type="http://schemas.openxmlformats.org/officeDocument/2006/relationships/notesSlide" Target="/ppt/notesSlides/notesSlide2.xml" Id="Ra9049429a347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1889a030e42ab" /><Relationship Type="http://schemas.openxmlformats.org/officeDocument/2006/relationships/notesSlide" Target="/ppt/notesSlides/notesSlide3.xml" Id="Rf911e8777889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11ad0f5c444e3" /><Relationship Type="http://schemas.openxmlformats.org/officeDocument/2006/relationships/notesSlide" Target="/ppt/notesSlides/notesSlide4.xml" Id="Ra2a7b487cbe6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367f20894bd4" /><Relationship Type="http://schemas.openxmlformats.org/officeDocument/2006/relationships/notesSlide" Target="/ppt/notesSlides/notesSlide5.xml" Id="Ra9fd49fa42444b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3cb54df034618" /><Relationship Type="http://schemas.openxmlformats.org/officeDocument/2006/relationships/notesSlide" Target="/ppt/notesSlides/notesSlide6.xml" Id="R63f6c5ad2f6446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9A3AF-6EC5-4674-AE37-01DB549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10971-89C4-4CAD-9655-CEF3990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GOAI 世界人工智能开源大赛 · Agent Infra · 方向三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3E29F-39F1-4781-82DF-FCAC90C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AsoulAI ChronosFix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AAC4-058E-4599-A0FC-19EE4CB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A-CFX：软件故障时间机器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6A244-B313-4168-926C-FB34458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3F5"/>
                </a:solidFill>
              </a:defRPr>
            </a:pPr>
            <a:r>
              <a:rPr sz="1800" b="0">
                <a:solidFill>
                  <a:srgbClr val="D7E3F5"/>
                </a:solidFill>
              </a:rPr>
              <a:t>90 秒：从事故到可验证补丁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DC734-3227-4291-A774-E39FE73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6AD8-EBB4-4708-8FC6-38F0226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官方模板 · 复赛验证版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B30C-A725-42F3-835A-570A074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32C2D-7D74-4642-A8E2-392431B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052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队伍：AsoulAI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4A2C-B6F4-4C7C-8C16-A5686C7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86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40808-5CEC-4F43-9A49-9C31152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复赛 V1.0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D05A-1126-4ABC-B157-6CC6C99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F38F-9008-4433-815E-8D1E2D1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33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事故证据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0A782-1D61-4790-8258-4FE4538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6DEC2-F70B-43E1-92B2-641E9505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反事实实验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E9AAA-6266-46B9-B2A4-ACBAC16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ED6FB-D2F8-4F06-AEDF-DD6AAE1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风险门禁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C367A-0DCA-4ED9-858C-2F721335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8797B-3A26-4229-8EEF-5C3E0B1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故障基因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0F2A1-6BBB-4F4A-ADB9-FE7A5AF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9978E-8EFB-41D2-A10B-D18BB0D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资产复用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F93B0-2E6C-4067-9FBB-0AAF53B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A-CFX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4F545-1B87-422F-876C-1E59A453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真实本地执行 · 现场按钮 · 明确边界</a:t>
            </a:r>
          </a:p>
        </p:txBody>
      </p:sp>
    </p:spTree>
    <p:extLst>
      <p:ext uri="{BB962C8B-B14F-4D97-AF65-F5344CB8AC3E}">
        <p14:creationId xmlns:p14="http://schemas.microsoft.com/office/powerpoint/2010/main" val="66839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E12DC-7CE4-4F16-8279-0C1DF77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P0 · 结果先行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F0D2-88E8-44C3-AB54-517A748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我们交付的不是答案，而是敢合并的证据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3875-6D10-4507-8828-B6C34C6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同一 run_id 绑定事故、因果、补丁、门禁与审计材料。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D5CE-8B2C-4549-BB73-AE75FE6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1C14-3BD6-4C83-8CF8-BAB5CC2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真实执行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D97D7-B790-4EF2-99F6-5BDA8F7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本地 Controller 拉起真实子进程；4 个候选在同一故障族上竞争。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1D676-E571-4307-A4CE-0358D8A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2CB4-415A-4CBC-9BFF-B354DAF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可审计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8822-CE42-4064-BC1A-C814340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SQLite Matrix 事件日志 + measured duration + DSSE 签名。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318D2-02A2-4598-BCB1-0113EFE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8A521-5237-4EA1-B0BE-F876699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可拒答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05B61-48F8-48B2-A937-5861F8E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Badcase 不乱归因：abstain / indeterminate / blocked。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54A6-F0BE-4FB8-8B88-667E155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80CBB-3DA8-42D7-AF77-18528CA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DC2626"/>
                </a:solidFill>
              </a:defRPr>
            </a:pPr>
            <a:r>
              <a:rPr sz="2325" b="1">
                <a:solidFill>
                  <a:srgbClr val="DC2626"/>
                </a:solidFill>
              </a:rPr>
              <a:t>48.72%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89EE-4CD6-48DA-9F85-780D537E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Demo 基线失败率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54C7-13C9-4F3F-B500-F006FFD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7B409-459F-4116-95BB-9A6A79D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97316"/>
                </a:solidFill>
              </a:defRPr>
            </a:pPr>
            <a:r>
              <a:rPr sz="2325" b="1">
                <a:solidFill>
                  <a:srgbClr val="F97316"/>
                </a:solidFill>
              </a:rPr>
              <a:t>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2DE7F-55B6-47A3-A50C-07A3C74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补丁最坏失败率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07BA-2269-4B68-8D58-D1A499D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863C6-A328-4434-BB4A-4194C6F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7C3AED"/>
                </a:solidFill>
              </a:defRPr>
            </a:pPr>
            <a:r>
              <a:rPr sz="2325" b="1">
                <a:solidFill>
                  <a:srgbClr val="7C3AED"/>
                </a:solidFill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4E27C-037E-4774-9A08-9532771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强制故障变体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8C6A-2AFF-49F0-8953-08904B6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F99CF-16B9-41EC-B801-0C47B40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9FD6-0982-490E-96D0-FC90BD6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证据护照声明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275F8-5336-4677-85C4-DC09B6B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9B0A4-91C7-49DE-9C70-F4A447A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510B7-7E41-4D97-B1BA-9A4E267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自动化测试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EB48-5CAB-4AD3-BCB1-7D656D5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一句话：每个发布决定都能回答“谁做的、凭什么、失败怎么办”。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D70A8-99D0-4813-A4DB-BFAF60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87C7-3AA4-42E0-88DF-C63EF90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2216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8F6B6-2F9D-4609-ADF1-A99D968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现场 · AgentTeams 多 Agent 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B323F-A44C-49CE-A45E-BFFB758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本地 Controller：真的启动 Worker，不读取静态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FD52-C0D9-4015-A97C-28A4D19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Manager 根据证据自由组合并编译 DAG；本地 Controller 记录 PID、duration_ms、SQLite Matrix 与 patch_tournament_completed，官方 AgentTeams 仍明确标 pending。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218B-FCCB-4026-B652-FFE5B65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28E87-3E04-4155-82B4-0AAA67A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AD5F6-CE3E-4B69-AC3B-64974F5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入口路由 | run 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E7C6C-C8E2-46F8-9F16-637A429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EBA33-74E1-41BB-B1D8-BBEED03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A2D0-9DB0-40FC-86A5-9776A85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Commander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7B1AA-F928-4B2C-ADD3-F0A1B90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任务拆解 | 重派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95EE-153A-4F77-90A4-E47B706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38E11-53BB-4215-B166-8FF4EEF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6035E-0AE3-45A7-A4A9-81FAD79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45FD-43BB-4C1F-83DF-B0C0D48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事件融合 | 时间线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E5BA6-2405-4599-B17E-DEE22CB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C9C8D-4674-4C6D-A1A2-71692CD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2DB74-9FC2-4D02-8D5D-FEFC7CD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E38D-E19D-4261-A573-3451B0D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假设契约 | 可证伪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93C8-F604-4EDF-A5FB-43AFC46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A2544-DD6B-4BA3-91C7-3DFEBBA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9EAF-7F83-4B39-B956-76B26D2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Universe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86FD-F5B0-40E2-8684-BB1D9EE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反事实 | 故障基因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CE27A-98CD-4FA3-AC6C-344EA67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02B9B-48F9-466C-AA17-392685F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A35A-4A1D-4536-BA16-48AF5BD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Patch /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2ADA9-659C-4617-BC54-2D171F7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补丁竞赛 | 隔离 CI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44C31-A383-4F4A-A262-732307B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1FA04-33A1-4A42-A04B-A316627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B84AD-94DC-41B5-B046-A9883CF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Audit / Curate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E7578-C80C-45C5-8CB1-FE5D981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门禁审计 | Skill 沉淀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F961-543D-4D4B-BC57-C018479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F882D-BBC9-4EAF-990D-BF38841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一次现场演示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1D9C6-75DF-49AD-94D3-11797C0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Worker #01 超时 → #02 接管，两个 PID、两个 attempt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1126B-F434-48C3-9724-993EE9E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D1816-45B3-4801-ACE5-D055713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状态可追溯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0507FF-81AC-4D54-8659-9B6F940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revision + dedup_key 防止重复事件污染状态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6DADB-94B3-41DD-A9DC-1CE0FC2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6799C-ADC1-4DD6-B729-EDC79C0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真值边界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52E1E4-9685-4219-BE37-C242D0B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local executed / official AgentTeams pending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E66DE-2185-4AA6-8F7F-92AF3F2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8100A-72B4-4AB1-B888-93E3C2D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83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证据链 · 补丁先过隔离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每次运行不是截图，而是可验证的变更证明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Trace、checks、RiskGate、patch_tournament_completed、run-manifest 与 DSSE 共同绑定同一 run_id。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真实 PID、起止时间、duration_ms、parent span；可导出 OTLP JSON。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隔离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临时 checkout + 允许路径白名单；补丁前测试失败、应用后通过、反向补丁复原。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RiskGate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质量证据不完整、审批过期或工具被拒绝时，发布保持 blocked。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Run Manifest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文件 SHA-256、source commit、测试摘要与边界声明全部可复核。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Measured 与 derived 分开；没有真实外部调用就不伪造 success_rate。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 草案只读取已选 changes、rollback、checks 与 gate。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证明载体：evidence/ + DSSE envelope + local-infra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98559-CDA6-4343-AF39-3C42912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现场按钮 · 失败就停，证据才继续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6364-832D-4913-B2A2-49229CB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三次点击把复杂边界变成可观察状态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A2CC-01D7-4B89-B41A-28F206E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Worker 重派｜增量重算｜4 方案竞赛｜旧审批失效｜Badcase 拒答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66D5-DC47-4B51-AE2E-DB241F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4296-68D0-481B-9985-4B277404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按钮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EB36-59F2-458F-8773-CFB8432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timeout/crash → 备份实例；记录两个 PID 与 attempt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A94C-4FFD-424C-88DE-67849D1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30CE-1745-473B-87D5-B2E3077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按钮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6E01-6FBA-4ACB-A5AC-C88983D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evidence-insert → 动态任务 + revision 增长 + 重新评估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A47F-F998-41D0-9F15-91D199DA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BF84-BCAC-4351-A4BA-E1B1FB5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按钮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0B52-62A8-4205-AEB6-35CCF28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stale-approval → 拒绝旧 revision；必须重新审批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880F9-E26E-4BFB-A361-420DB85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3B2DA-809B-40BD-AE18-54C90D37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Badcase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9B9CA-11E7-4BEB-96EE-5C21F80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C68D1-8AF8-43DC-8A27-4C3D28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不可归因 / 来源冲突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87AD-C7CC-4A09-AAB2-AE12A53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31BA2-750B-43A3-925C-8BF140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发布结果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C7297-320A-47B4-B111-4E685A4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BDF0-2429-42A2-938D-12925E6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阻断，不生成 patch / PR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952F3-FB75-418F-BC61-44F0DEC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ED93F-87AB-4EA7-A954-F51EF2C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code-regression → abstain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ABE24-241B-47C5-98CE-E33D0A2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954-4C88-411A-BC2F-E20E03C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A04B-3C2F-4012-82C4-B38010FA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C68AF-A7DC-4FF4-AEAF-D97C2BD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queue-backlog → abstain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7E4D6-966D-415A-A551-EA74981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045FE-7DA2-412D-BEF0-9B3DA5D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conflicting-sources → indeterminate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3E951-5C2B-45AB-8D61-60D2933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D7D40-3FB4-4103-9C91-DF82948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等待来源级证据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440A6-55FA-45C7-BE3B-12FEDC9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86A94-0CBC-476A-A293-FA6394C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公开事故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DB9C7-9866-4324-BFB5-9B623B7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75813-15A8-4DB7-992B-EB9AB7C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Cloudflare 2019 WAF regex：事实与项目推断分栏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2686D-89BB-4F73-883A-4B4ACF7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C5696-096C-4E31-83A3-F70E6CA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只读来源，不冒充生产事故日志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94CCF-FCBB-4029-BF4D-8408C44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358A3-0D1D-4450-9D9A-BE6D597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92132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B84F2-61C8-4C1A-858D-D03B17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交付 · 现在能验收，下一步能迁移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0797-E4E0-4BCF-AE8C-2A49EEF5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AsoulAI ChronosFix：把每次修复变成可携带证明的变更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571A1-8249-4B12-B656-054A23C7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代码、Demo、评测、Trace、审计与边界声明可独立复核。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0A48-5771-4B87-BAB4-57060752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5316-3E6D-493A-9BA4-5986FAA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本地已执行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F4A4D-89EA-4F03-A553-E88ED9C4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Controller + SQLite Matrix + 隔离补丁 CI + DSSE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6F9CD-3F75-4A48-98C4-6CFF756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3143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70F44-1FC8-4921-BF41-B36DC50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证据包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5DB2-57C8-4BC6-9EA9-8989317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14 条声明；release identity 由同一 manifest 绑定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E6CE-B52A-4ABB-A162-6C784E14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4000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B6A29-7CA9-4C6A-8590-51098F7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现场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E9A99-4019-492B-A6A4-04C4A06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repair-cockpit/ · 现场按钮 + 4 方案竞赛 + Badcase 拒答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5ABEC-DB60-4EDA-91BB-8711BEC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5FB3B-B73D-4B9E-A934-2810796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真实边界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BA4B-BC6D-4381-9391-0D67A3E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AgentTeams/Matrix、RocketMQ、PolarDB、Nacos、Higress、Trace 平台待接入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D0971-E418-4BF6-95EB-535E1BA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FBEF8-87D5-47B2-9003-AC3580B2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复赛材料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32FC2-ED46-42EF-A00B-23BDCD8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90 秒 PPTX / 矢量 PDF / ZIP / Git commit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FA537-CBBC-4CAA-9302-959AC90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81B4-B75C-4191-A244-244FD57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人工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0C899-9AE8-4840-83B5-33BA6BA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协议已准备，结果留待真实参与者完成后再写入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FBFA-4777-4E18-A0D8-AB3DB77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1FCA4-8DE3-4AE0-8B45-3669A6A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核心结论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23ACC-B924-4EA5-B0CE-9E5E37D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根因可证明｜补丁可验证｜发布可审计｜边界不夸大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51BE4-1766-48C0-AA24-E0D1CFC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请现场点击 Demo：失败会重派，证据会改写，旧审批会失效。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7921B-2589-4CE8-80A0-158C15D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F877A-34C5-41E1-90B9-4E68106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66514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2026-09-03T03:10:01.6420000Z</dcterms:created>
  <dcterms:modified xsi:type="dcterms:W3CDTF">2026-09-03T03:10:01.6420000Z</dcterms:modified>
</coreProperties>
</file>